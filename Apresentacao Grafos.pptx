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2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700"/>
    <a:srgbClr val="223750"/>
    <a:srgbClr val="FFFFFF"/>
    <a:srgbClr val="FF99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EFFD83C-66EA-4481-9170-F9227E9F3655}" v="120" dt="2026-10-01T06:15:41.25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15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5/10/relationships/revisionInfo" Target="revisionInfo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 descr="Tag=AccentColor&#10;Flavor=Light&#10;Target=FillAndLine">
            <a:extLst>
              <a:ext uri="{FF2B5EF4-FFF2-40B4-BE49-F238E27FC236}">
                <a16:creationId xmlns:a16="http://schemas.microsoft.com/office/drawing/2014/main" id="{DA381740-063A-41A4-836D-85D14980EEF0}"/>
              </a:ext>
            </a:extLst>
          </p:cNvPr>
          <p:cNvSpPr/>
          <p:nvPr/>
        </p:nvSpPr>
        <p:spPr>
          <a:xfrm>
            <a:off x="838200" y="4736883"/>
            <a:ext cx="4243589" cy="27432"/>
          </a:xfrm>
          <a:custGeom>
            <a:avLst/>
            <a:gdLst>
              <a:gd name="connsiteX0" fmla="*/ 0 w 4243589"/>
              <a:gd name="connsiteY0" fmla="*/ 0 h 27432"/>
              <a:gd name="connsiteX1" fmla="*/ 563791 w 4243589"/>
              <a:gd name="connsiteY1" fmla="*/ 0 h 27432"/>
              <a:gd name="connsiteX2" fmla="*/ 1042710 w 4243589"/>
              <a:gd name="connsiteY2" fmla="*/ 0 h 27432"/>
              <a:gd name="connsiteX3" fmla="*/ 1564066 w 4243589"/>
              <a:gd name="connsiteY3" fmla="*/ 0 h 27432"/>
              <a:gd name="connsiteX4" fmla="*/ 2212729 w 4243589"/>
              <a:gd name="connsiteY4" fmla="*/ 0 h 27432"/>
              <a:gd name="connsiteX5" fmla="*/ 2776520 w 4243589"/>
              <a:gd name="connsiteY5" fmla="*/ 0 h 27432"/>
              <a:gd name="connsiteX6" fmla="*/ 3297875 w 4243589"/>
              <a:gd name="connsiteY6" fmla="*/ 0 h 27432"/>
              <a:gd name="connsiteX7" fmla="*/ 4243589 w 4243589"/>
              <a:gd name="connsiteY7" fmla="*/ 0 h 27432"/>
              <a:gd name="connsiteX8" fmla="*/ 4243589 w 4243589"/>
              <a:gd name="connsiteY8" fmla="*/ 27432 h 27432"/>
              <a:gd name="connsiteX9" fmla="*/ 3637362 w 4243589"/>
              <a:gd name="connsiteY9" fmla="*/ 27432 h 27432"/>
              <a:gd name="connsiteX10" fmla="*/ 3116007 w 4243589"/>
              <a:gd name="connsiteY10" fmla="*/ 27432 h 27432"/>
              <a:gd name="connsiteX11" fmla="*/ 2424908 w 4243589"/>
              <a:gd name="connsiteY11" fmla="*/ 27432 h 27432"/>
              <a:gd name="connsiteX12" fmla="*/ 1861117 w 4243589"/>
              <a:gd name="connsiteY12" fmla="*/ 27432 h 27432"/>
              <a:gd name="connsiteX13" fmla="*/ 1382198 w 4243589"/>
              <a:gd name="connsiteY13" fmla="*/ 27432 h 27432"/>
              <a:gd name="connsiteX14" fmla="*/ 733535 w 4243589"/>
              <a:gd name="connsiteY14" fmla="*/ 27432 h 27432"/>
              <a:gd name="connsiteX15" fmla="*/ 0 w 4243589"/>
              <a:gd name="connsiteY15" fmla="*/ 27432 h 27432"/>
              <a:gd name="connsiteX16" fmla="*/ 0 w 4243589"/>
              <a:gd name="connsiteY16" fmla="*/ 0 h 27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43589" h="27432" fill="none" extrusionOk="0">
                <a:moveTo>
                  <a:pt x="0" y="0"/>
                </a:moveTo>
                <a:cubicBezTo>
                  <a:pt x="157351" y="-15653"/>
                  <a:pt x="378877" y="-5828"/>
                  <a:pt x="563791" y="0"/>
                </a:cubicBezTo>
                <a:cubicBezTo>
                  <a:pt x="748705" y="5828"/>
                  <a:pt x="905659" y="-5525"/>
                  <a:pt x="1042710" y="0"/>
                </a:cubicBezTo>
                <a:cubicBezTo>
                  <a:pt x="1179761" y="5525"/>
                  <a:pt x="1356845" y="-21288"/>
                  <a:pt x="1564066" y="0"/>
                </a:cubicBezTo>
                <a:cubicBezTo>
                  <a:pt x="1771287" y="21288"/>
                  <a:pt x="1912099" y="25135"/>
                  <a:pt x="2212729" y="0"/>
                </a:cubicBezTo>
                <a:cubicBezTo>
                  <a:pt x="2513359" y="-25135"/>
                  <a:pt x="2514918" y="-27119"/>
                  <a:pt x="2776520" y="0"/>
                </a:cubicBezTo>
                <a:cubicBezTo>
                  <a:pt x="3038122" y="27119"/>
                  <a:pt x="3178771" y="18116"/>
                  <a:pt x="3297875" y="0"/>
                </a:cubicBezTo>
                <a:cubicBezTo>
                  <a:pt x="3416980" y="-18116"/>
                  <a:pt x="4012240" y="-40869"/>
                  <a:pt x="4243589" y="0"/>
                </a:cubicBezTo>
                <a:cubicBezTo>
                  <a:pt x="4242616" y="8304"/>
                  <a:pt x="4243111" y="21512"/>
                  <a:pt x="4243589" y="27432"/>
                </a:cubicBezTo>
                <a:cubicBezTo>
                  <a:pt x="4112949" y="6289"/>
                  <a:pt x="3928037" y="10975"/>
                  <a:pt x="3637362" y="27432"/>
                </a:cubicBezTo>
                <a:cubicBezTo>
                  <a:pt x="3346687" y="43889"/>
                  <a:pt x="3254446" y="35813"/>
                  <a:pt x="3116007" y="27432"/>
                </a:cubicBezTo>
                <a:cubicBezTo>
                  <a:pt x="2977569" y="19051"/>
                  <a:pt x="2620228" y="38017"/>
                  <a:pt x="2424908" y="27432"/>
                </a:cubicBezTo>
                <a:cubicBezTo>
                  <a:pt x="2229588" y="16847"/>
                  <a:pt x="2088287" y="5290"/>
                  <a:pt x="1861117" y="27432"/>
                </a:cubicBezTo>
                <a:cubicBezTo>
                  <a:pt x="1633947" y="49574"/>
                  <a:pt x="1502447" y="8273"/>
                  <a:pt x="1382198" y="27432"/>
                </a:cubicBezTo>
                <a:cubicBezTo>
                  <a:pt x="1261949" y="46591"/>
                  <a:pt x="1045440" y="37497"/>
                  <a:pt x="733535" y="27432"/>
                </a:cubicBezTo>
                <a:cubicBezTo>
                  <a:pt x="421630" y="17367"/>
                  <a:pt x="341257" y="-9215"/>
                  <a:pt x="0" y="27432"/>
                </a:cubicBezTo>
                <a:cubicBezTo>
                  <a:pt x="-1048" y="14992"/>
                  <a:pt x="-1120" y="7447"/>
                  <a:pt x="0" y="0"/>
                </a:cubicBezTo>
                <a:close/>
              </a:path>
              <a:path w="4243589" h="27432" stroke="0" extrusionOk="0">
                <a:moveTo>
                  <a:pt x="0" y="0"/>
                </a:moveTo>
                <a:cubicBezTo>
                  <a:pt x="128164" y="17204"/>
                  <a:pt x="312653" y="1129"/>
                  <a:pt x="563791" y="0"/>
                </a:cubicBezTo>
                <a:cubicBezTo>
                  <a:pt x="814929" y="-1129"/>
                  <a:pt x="837271" y="8503"/>
                  <a:pt x="1042710" y="0"/>
                </a:cubicBezTo>
                <a:cubicBezTo>
                  <a:pt x="1248149" y="-8503"/>
                  <a:pt x="1588432" y="-28862"/>
                  <a:pt x="1733809" y="0"/>
                </a:cubicBezTo>
                <a:cubicBezTo>
                  <a:pt x="1879186" y="28862"/>
                  <a:pt x="2052815" y="5974"/>
                  <a:pt x="2297600" y="0"/>
                </a:cubicBezTo>
                <a:cubicBezTo>
                  <a:pt x="2542385" y="-5974"/>
                  <a:pt x="2699960" y="-23550"/>
                  <a:pt x="2861391" y="0"/>
                </a:cubicBezTo>
                <a:cubicBezTo>
                  <a:pt x="3022822" y="23550"/>
                  <a:pt x="3390411" y="25272"/>
                  <a:pt x="3552490" y="0"/>
                </a:cubicBezTo>
                <a:cubicBezTo>
                  <a:pt x="3714569" y="-25272"/>
                  <a:pt x="3950585" y="-31327"/>
                  <a:pt x="4243589" y="0"/>
                </a:cubicBezTo>
                <a:cubicBezTo>
                  <a:pt x="4244074" y="9333"/>
                  <a:pt x="4244867" y="19699"/>
                  <a:pt x="4243589" y="27432"/>
                </a:cubicBezTo>
                <a:cubicBezTo>
                  <a:pt x="4130424" y="7904"/>
                  <a:pt x="3932803" y="51393"/>
                  <a:pt x="3722234" y="27432"/>
                </a:cubicBezTo>
                <a:cubicBezTo>
                  <a:pt x="3511665" y="3471"/>
                  <a:pt x="3269903" y="55138"/>
                  <a:pt x="3116007" y="27432"/>
                </a:cubicBezTo>
                <a:cubicBezTo>
                  <a:pt x="2962111" y="-274"/>
                  <a:pt x="2744280" y="32368"/>
                  <a:pt x="2509780" y="27432"/>
                </a:cubicBezTo>
                <a:cubicBezTo>
                  <a:pt x="2275280" y="22496"/>
                  <a:pt x="2066059" y="52808"/>
                  <a:pt x="1945989" y="27432"/>
                </a:cubicBezTo>
                <a:cubicBezTo>
                  <a:pt x="1825919" y="2056"/>
                  <a:pt x="1407329" y="21760"/>
                  <a:pt x="1254890" y="27432"/>
                </a:cubicBezTo>
                <a:cubicBezTo>
                  <a:pt x="1102451" y="33104"/>
                  <a:pt x="837950" y="40817"/>
                  <a:pt x="563791" y="27432"/>
                </a:cubicBezTo>
                <a:cubicBezTo>
                  <a:pt x="289632" y="14047"/>
                  <a:pt x="132768" y="16249"/>
                  <a:pt x="0" y="27432"/>
                </a:cubicBezTo>
                <a:cubicBezTo>
                  <a:pt x="211" y="18145"/>
                  <a:pt x="120" y="6480"/>
                  <a:pt x="0" y="0"/>
                </a:cubicBezTo>
                <a:close/>
              </a:path>
            </a:pathLst>
          </a:custGeom>
          <a:solidFill>
            <a:schemeClr val="tx1"/>
          </a:solidFill>
          <a:ln w="38100" cap="rnd">
            <a:solidFill>
              <a:schemeClr val="tx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4EF9DF8-704A-44AE-8850-307DDACC938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41248" y="448056"/>
            <a:ext cx="10515600" cy="4069080"/>
          </a:xfrm>
        </p:spPr>
        <p:txBody>
          <a:bodyPr anchor="b">
            <a:noAutofit/>
          </a:bodyPr>
          <a:lstStyle>
            <a:lvl1pPr algn="l">
              <a:defRPr sz="9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CC72E09-06F3-48B9-9B95-DE15EC98017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1248" y="4983480"/>
            <a:ext cx="10515600" cy="1124712"/>
          </a:xfrm>
        </p:spPr>
        <p:txBody>
          <a:bodyPr>
            <a:normAutofit/>
          </a:bodyPr>
          <a:lstStyle>
            <a:lvl1pPr marL="0" indent="0" algn="l">
              <a:buNone/>
              <a:defRPr sz="2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1CD474-E5E1-4D01-97F6-0C9FC09332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9/30/2026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36BBC7-EB9B-4B36-88E9-DBF65D270E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8786C7-DD8D-492F-9A9A-A7B3EBE27F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82393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5D02BC-5A24-47F7-A4DF-B93FBC0C51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E9219E-EE74-4093-94D6-F663E059C5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A61642-BFBA-48AE-A29C-C2AA7386AE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D2029B-6646-4DBF-A302-76A513FC64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6D4DFD-766F-4E45-A00C-2B5E8CE9A9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‹nº›</a:t>
            </a:fld>
            <a:endParaRPr lang="en-US"/>
          </a:p>
        </p:txBody>
      </p:sp>
      <p:sp>
        <p:nvSpPr>
          <p:cNvPr id="8" name="Rectangle 7" descr="Tag=AccentColor&#10;Flavor=Light&#10;Target=FillAndLine">
            <a:extLst>
              <a:ext uri="{FF2B5EF4-FFF2-40B4-BE49-F238E27FC236}">
                <a16:creationId xmlns:a16="http://schemas.microsoft.com/office/drawing/2014/main" id="{EBDD1931-9E86-4402-9A68-33A2D9EFB198}"/>
              </a:ext>
            </a:extLst>
          </p:cNvPr>
          <p:cNvSpPr/>
          <p:nvPr/>
        </p:nvSpPr>
        <p:spPr>
          <a:xfrm>
            <a:off x="838199" y="1709928"/>
            <a:ext cx="10515600" cy="27432"/>
          </a:xfrm>
          <a:custGeom>
            <a:avLst/>
            <a:gdLst>
              <a:gd name="connsiteX0" fmla="*/ 0 w 10515600"/>
              <a:gd name="connsiteY0" fmla="*/ 0 h 27432"/>
              <a:gd name="connsiteX1" fmla="*/ 446913 w 10515600"/>
              <a:gd name="connsiteY1" fmla="*/ 0 h 27432"/>
              <a:gd name="connsiteX2" fmla="*/ 1104138 w 10515600"/>
              <a:gd name="connsiteY2" fmla="*/ 0 h 27432"/>
              <a:gd name="connsiteX3" fmla="*/ 1866519 w 10515600"/>
              <a:gd name="connsiteY3" fmla="*/ 0 h 27432"/>
              <a:gd name="connsiteX4" fmla="*/ 2208276 w 10515600"/>
              <a:gd name="connsiteY4" fmla="*/ 0 h 27432"/>
              <a:gd name="connsiteX5" fmla="*/ 2550033 w 10515600"/>
              <a:gd name="connsiteY5" fmla="*/ 0 h 27432"/>
              <a:gd name="connsiteX6" fmla="*/ 3417570 w 10515600"/>
              <a:gd name="connsiteY6" fmla="*/ 0 h 27432"/>
              <a:gd name="connsiteX7" fmla="*/ 4074795 w 10515600"/>
              <a:gd name="connsiteY7" fmla="*/ 0 h 27432"/>
              <a:gd name="connsiteX8" fmla="*/ 4416552 w 10515600"/>
              <a:gd name="connsiteY8" fmla="*/ 0 h 27432"/>
              <a:gd name="connsiteX9" fmla="*/ 5073777 w 10515600"/>
              <a:gd name="connsiteY9" fmla="*/ 0 h 27432"/>
              <a:gd name="connsiteX10" fmla="*/ 5941314 w 10515600"/>
              <a:gd name="connsiteY10" fmla="*/ 0 h 27432"/>
              <a:gd name="connsiteX11" fmla="*/ 6493383 w 10515600"/>
              <a:gd name="connsiteY11" fmla="*/ 0 h 27432"/>
              <a:gd name="connsiteX12" fmla="*/ 7045452 w 10515600"/>
              <a:gd name="connsiteY12" fmla="*/ 0 h 27432"/>
              <a:gd name="connsiteX13" fmla="*/ 7702677 w 10515600"/>
              <a:gd name="connsiteY13" fmla="*/ 0 h 27432"/>
              <a:gd name="connsiteX14" fmla="*/ 8465058 w 10515600"/>
              <a:gd name="connsiteY14" fmla="*/ 0 h 27432"/>
              <a:gd name="connsiteX15" fmla="*/ 9227439 w 10515600"/>
              <a:gd name="connsiteY15" fmla="*/ 0 h 27432"/>
              <a:gd name="connsiteX16" fmla="*/ 10515600 w 10515600"/>
              <a:gd name="connsiteY16" fmla="*/ 0 h 27432"/>
              <a:gd name="connsiteX17" fmla="*/ 10515600 w 10515600"/>
              <a:gd name="connsiteY17" fmla="*/ 27432 h 27432"/>
              <a:gd name="connsiteX18" fmla="*/ 10068687 w 10515600"/>
              <a:gd name="connsiteY18" fmla="*/ 27432 h 27432"/>
              <a:gd name="connsiteX19" fmla="*/ 9201150 w 10515600"/>
              <a:gd name="connsiteY19" fmla="*/ 27432 h 27432"/>
              <a:gd name="connsiteX20" fmla="*/ 8543925 w 10515600"/>
              <a:gd name="connsiteY20" fmla="*/ 27432 h 27432"/>
              <a:gd name="connsiteX21" fmla="*/ 8202168 w 10515600"/>
              <a:gd name="connsiteY21" fmla="*/ 27432 h 27432"/>
              <a:gd name="connsiteX22" fmla="*/ 7544943 w 10515600"/>
              <a:gd name="connsiteY22" fmla="*/ 27432 h 27432"/>
              <a:gd name="connsiteX23" fmla="*/ 6992874 w 10515600"/>
              <a:gd name="connsiteY23" fmla="*/ 27432 h 27432"/>
              <a:gd name="connsiteX24" fmla="*/ 6440805 w 10515600"/>
              <a:gd name="connsiteY24" fmla="*/ 27432 h 27432"/>
              <a:gd name="connsiteX25" fmla="*/ 5888736 w 10515600"/>
              <a:gd name="connsiteY25" fmla="*/ 27432 h 27432"/>
              <a:gd name="connsiteX26" fmla="*/ 5336667 w 10515600"/>
              <a:gd name="connsiteY26" fmla="*/ 27432 h 27432"/>
              <a:gd name="connsiteX27" fmla="*/ 4574286 w 10515600"/>
              <a:gd name="connsiteY27" fmla="*/ 27432 h 27432"/>
              <a:gd name="connsiteX28" fmla="*/ 3917061 w 10515600"/>
              <a:gd name="connsiteY28" fmla="*/ 27432 h 27432"/>
              <a:gd name="connsiteX29" fmla="*/ 3575304 w 10515600"/>
              <a:gd name="connsiteY29" fmla="*/ 27432 h 27432"/>
              <a:gd name="connsiteX30" fmla="*/ 3023235 w 10515600"/>
              <a:gd name="connsiteY30" fmla="*/ 27432 h 27432"/>
              <a:gd name="connsiteX31" fmla="*/ 2260854 w 10515600"/>
              <a:gd name="connsiteY31" fmla="*/ 27432 h 27432"/>
              <a:gd name="connsiteX32" fmla="*/ 1813941 w 10515600"/>
              <a:gd name="connsiteY32" fmla="*/ 27432 h 27432"/>
              <a:gd name="connsiteX33" fmla="*/ 946404 w 10515600"/>
              <a:gd name="connsiteY33" fmla="*/ 27432 h 27432"/>
              <a:gd name="connsiteX34" fmla="*/ 0 w 10515600"/>
              <a:gd name="connsiteY34" fmla="*/ 27432 h 27432"/>
              <a:gd name="connsiteX35" fmla="*/ 0 w 10515600"/>
              <a:gd name="connsiteY35" fmla="*/ 0 h 27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515600" h="27432" fill="none" extrusionOk="0">
                <a:moveTo>
                  <a:pt x="0" y="0"/>
                </a:moveTo>
                <a:cubicBezTo>
                  <a:pt x="119693" y="-14343"/>
                  <a:pt x="253007" y="-7583"/>
                  <a:pt x="446913" y="0"/>
                </a:cubicBezTo>
                <a:cubicBezTo>
                  <a:pt x="640819" y="7583"/>
                  <a:pt x="841419" y="-7067"/>
                  <a:pt x="1104138" y="0"/>
                </a:cubicBezTo>
                <a:cubicBezTo>
                  <a:pt x="1366858" y="7067"/>
                  <a:pt x="1495525" y="1255"/>
                  <a:pt x="1866519" y="0"/>
                </a:cubicBezTo>
                <a:cubicBezTo>
                  <a:pt x="2237513" y="-1255"/>
                  <a:pt x="2043820" y="12003"/>
                  <a:pt x="2208276" y="0"/>
                </a:cubicBezTo>
                <a:cubicBezTo>
                  <a:pt x="2372732" y="-12003"/>
                  <a:pt x="2419452" y="9887"/>
                  <a:pt x="2550033" y="0"/>
                </a:cubicBezTo>
                <a:cubicBezTo>
                  <a:pt x="2680614" y="-9887"/>
                  <a:pt x="3098156" y="3827"/>
                  <a:pt x="3417570" y="0"/>
                </a:cubicBezTo>
                <a:cubicBezTo>
                  <a:pt x="3736984" y="-3827"/>
                  <a:pt x="3916040" y="-6233"/>
                  <a:pt x="4074795" y="0"/>
                </a:cubicBezTo>
                <a:cubicBezTo>
                  <a:pt x="4233551" y="6233"/>
                  <a:pt x="4279253" y="5661"/>
                  <a:pt x="4416552" y="0"/>
                </a:cubicBezTo>
                <a:cubicBezTo>
                  <a:pt x="4553851" y="-5661"/>
                  <a:pt x="4915758" y="26022"/>
                  <a:pt x="5073777" y="0"/>
                </a:cubicBezTo>
                <a:cubicBezTo>
                  <a:pt x="5231797" y="-26022"/>
                  <a:pt x="5612089" y="32230"/>
                  <a:pt x="5941314" y="0"/>
                </a:cubicBezTo>
                <a:cubicBezTo>
                  <a:pt x="6270539" y="-32230"/>
                  <a:pt x="6313600" y="3064"/>
                  <a:pt x="6493383" y="0"/>
                </a:cubicBezTo>
                <a:cubicBezTo>
                  <a:pt x="6673166" y="-3064"/>
                  <a:pt x="6902474" y="-21096"/>
                  <a:pt x="7045452" y="0"/>
                </a:cubicBezTo>
                <a:cubicBezTo>
                  <a:pt x="7188430" y="21096"/>
                  <a:pt x="7478162" y="17386"/>
                  <a:pt x="7702677" y="0"/>
                </a:cubicBezTo>
                <a:cubicBezTo>
                  <a:pt x="7927192" y="-17386"/>
                  <a:pt x="8295683" y="-35143"/>
                  <a:pt x="8465058" y="0"/>
                </a:cubicBezTo>
                <a:cubicBezTo>
                  <a:pt x="8634433" y="35143"/>
                  <a:pt x="8927835" y="4103"/>
                  <a:pt x="9227439" y="0"/>
                </a:cubicBezTo>
                <a:cubicBezTo>
                  <a:pt x="9527043" y="-4103"/>
                  <a:pt x="10105355" y="-17535"/>
                  <a:pt x="10515600" y="0"/>
                </a:cubicBezTo>
                <a:cubicBezTo>
                  <a:pt x="10515789" y="12323"/>
                  <a:pt x="10515633" y="14639"/>
                  <a:pt x="10515600" y="27432"/>
                </a:cubicBezTo>
                <a:cubicBezTo>
                  <a:pt x="10343646" y="15282"/>
                  <a:pt x="10223667" y="31057"/>
                  <a:pt x="10068687" y="27432"/>
                </a:cubicBezTo>
                <a:cubicBezTo>
                  <a:pt x="9913707" y="23807"/>
                  <a:pt x="9512455" y="4101"/>
                  <a:pt x="9201150" y="27432"/>
                </a:cubicBezTo>
                <a:cubicBezTo>
                  <a:pt x="8889845" y="50763"/>
                  <a:pt x="8866277" y="3158"/>
                  <a:pt x="8543925" y="27432"/>
                </a:cubicBezTo>
                <a:cubicBezTo>
                  <a:pt x="8221573" y="51706"/>
                  <a:pt x="8288348" y="37286"/>
                  <a:pt x="8202168" y="27432"/>
                </a:cubicBezTo>
                <a:cubicBezTo>
                  <a:pt x="8115988" y="17578"/>
                  <a:pt x="7797033" y="6631"/>
                  <a:pt x="7544943" y="27432"/>
                </a:cubicBezTo>
                <a:cubicBezTo>
                  <a:pt x="7292854" y="48233"/>
                  <a:pt x="7108060" y="41767"/>
                  <a:pt x="6992874" y="27432"/>
                </a:cubicBezTo>
                <a:cubicBezTo>
                  <a:pt x="6877688" y="13097"/>
                  <a:pt x="6668930" y="7947"/>
                  <a:pt x="6440805" y="27432"/>
                </a:cubicBezTo>
                <a:cubicBezTo>
                  <a:pt x="6212680" y="46917"/>
                  <a:pt x="6027476" y="35225"/>
                  <a:pt x="5888736" y="27432"/>
                </a:cubicBezTo>
                <a:cubicBezTo>
                  <a:pt x="5749996" y="19639"/>
                  <a:pt x="5574559" y="43627"/>
                  <a:pt x="5336667" y="27432"/>
                </a:cubicBezTo>
                <a:cubicBezTo>
                  <a:pt x="5098775" y="11237"/>
                  <a:pt x="4837534" y="41882"/>
                  <a:pt x="4574286" y="27432"/>
                </a:cubicBezTo>
                <a:cubicBezTo>
                  <a:pt x="4311038" y="12982"/>
                  <a:pt x="4126419" y="26678"/>
                  <a:pt x="3917061" y="27432"/>
                </a:cubicBezTo>
                <a:cubicBezTo>
                  <a:pt x="3707704" y="28186"/>
                  <a:pt x="3657291" y="40087"/>
                  <a:pt x="3575304" y="27432"/>
                </a:cubicBezTo>
                <a:cubicBezTo>
                  <a:pt x="3493317" y="14777"/>
                  <a:pt x="3185226" y="45867"/>
                  <a:pt x="3023235" y="27432"/>
                </a:cubicBezTo>
                <a:cubicBezTo>
                  <a:pt x="2861244" y="8997"/>
                  <a:pt x="2597085" y="35801"/>
                  <a:pt x="2260854" y="27432"/>
                </a:cubicBezTo>
                <a:cubicBezTo>
                  <a:pt x="1924623" y="19063"/>
                  <a:pt x="1996678" y="15705"/>
                  <a:pt x="1813941" y="27432"/>
                </a:cubicBezTo>
                <a:cubicBezTo>
                  <a:pt x="1631204" y="39159"/>
                  <a:pt x="1187542" y="49167"/>
                  <a:pt x="946404" y="27432"/>
                </a:cubicBezTo>
                <a:cubicBezTo>
                  <a:pt x="705266" y="5697"/>
                  <a:pt x="404743" y="28229"/>
                  <a:pt x="0" y="27432"/>
                </a:cubicBezTo>
                <a:cubicBezTo>
                  <a:pt x="244" y="15297"/>
                  <a:pt x="645" y="7129"/>
                  <a:pt x="0" y="0"/>
                </a:cubicBezTo>
                <a:close/>
              </a:path>
              <a:path w="10515600" h="27432" stroke="0" extrusionOk="0">
                <a:moveTo>
                  <a:pt x="0" y="0"/>
                </a:moveTo>
                <a:cubicBezTo>
                  <a:pt x="230793" y="14353"/>
                  <a:pt x="332416" y="21392"/>
                  <a:pt x="552069" y="0"/>
                </a:cubicBezTo>
                <a:cubicBezTo>
                  <a:pt x="771722" y="-21392"/>
                  <a:pt x="761737" y="-14337"/>
                  <a:pt x="893826" y="0"/>
                </a:cubicBezTo>
                <a:cubicBezTo>
                  <a:pt x="1025915" y="14337"/>
                  <a:pt x="1441584" y="-15498"/>
                  <a:pt x="1761363" y="0"/>
                </a:cubicBezTo>
                <a:cubicBezTo>
                  <a:pt x="2081142" y="15498"/>
                  <a:pt x="2111503" y="7278"/>
                  <a:pt x="2313432" y="0"/>
                </a:cubicBezTo>
                <a:cubicBezTo>
                  <a:pt x="2515361" y="-7278"/>
                  <a:pt x="2743584" y="-17845"/>
                  <a:pt x="2865501" y="0"/>
                </a:cubicBezTo>
                <a:cubicBezTo>
                  <a:pt x="2987418" y="17845"/>
                  <a:pt x="3345183" y="8208"/>
                  <a:pt x="3733038" y="0"/>
                </a:cubicBezTo>
                <a:cubicBezTo>
                  <a:pt x="4120893" y="-8208"/>
                  <a:pt x="4009066" y="-3159"/>
                  <a:pt x="4179951" y="0"/>
                </a:cubicBezTo>
                <a:cubicBezTo>
                  <a:pt x="4350836" y="3159"/>
                  <a:pt x="4735020" y="17517"/>
                  <a:pt x="5047488" y="0"/>
                </a:cubicBezTo>
                <a:cubicBezTo>
                  <a:pt x="5359956" y="-17517"/>
                  <a:pt x="5662148" y="-17777"/>
                  <a:pt x="5915025" y="0"/>
                </a:cubicBezTo>
                <a:cubicBezTo>
                  <a:pt x="6167902" y="17777"/>
                  <a:pt x="6308797" y="30350"/>
                  <a:pt x="6572250" y="0"/>
                </a:cubicBezTo>
                <a:cubicBezTo>
                  <a:pt x="6835703" y="-30350"/>
                  <a:pt x="7107419" y="-9627"/>
                  <a:pt x="7439787" y="0"/>
                </a:cubicBezTo>
                <a:cubicBezTo>
                  <a:pt x="7772155" y="9627"/>
                  <a:pt x="7844034" y="-9098"/>
                  <a:pt x="7991856" y="0"/>
                </a:cubicBezTo>
                <a:cubicBezTo>
                  <a:pt x="8139678" y="9098"/>
                  <a:pt x="8289889" y="-20239"/>
                  <a:pt x="8543925" y="0"/>
                </a:cubicBezTo>
                <a:cubicBezTo>
                  <a:pt x="8797961" y="20239"/>
                  <a:pt x="8994198" y="29575"/>
                  <a:pt x="9306306" y="0"/>
                </a:cubicBezTo>
                <a:cubicBezTo>
                  <a:pt x="9618414" y="-29575"/>
                  <a:pt x="9739118" y="-23835"/>
                  <a:pt x="9858375" y="0"/>
                </a:cubicBezTo>
                <a:cubicBezTo>
                  <a:pt x="9977632" y="23835"/>
                  <a:pt x="10370488" y="-4069"/>
                  <a:pt x="10515600" y="0"/>
                </a:cubicBezTo>
                <a:cubicBezTo>
                  <a:pt x="10515650" y="5798"/>
                  <a:pt x="10515903" y="19375"/>
                  <a:pt x="10515600" y="27432"/>
                </a:cubicBezTo>
                <a:cubicBezTo>
                  <a:pt x="10304538" y="42307"/>
                  <a:pt x="10069280" y="3335"/>
                  <a:pt x="9753219" y="27432"/>
                </a:cubicBezTo>
                <a:cubicBezTo>
                  <a:pt x="9437158" y="51529"/>
                  <a:pt x="9488415" y="23852"/>
                  <a:pt x="9411462" y="27432"/>
                </a:cubicBezTo>
                <a:cubicBezTo>
                  <a:pt x="9334509" y="31012"/>
                  <a:pt x="9183755" y="44107"/>
                  <a:pt x="8964549" y="27432"/>
                </a:cubicBezTo>
                <a:cubicBezTo>
                  <a:pt x="8745343" y="10757"/>
                  <a:pt x="8279150" y="61693"/>
                  <a:pt x="8097012" y="27432"/>
                </a:cubicBezTo>
                <a:cubicBezTo>
                  <a:pt x="7914874" y="-6829"/>
                  <a:pt x="7608717" y="59556"/>
                  <a:pt x="7439787" y="27432"/>
                </a:cubicBezTo>
                <a:cubicBezTo>
                  <a:pt x="7270858" y="-4692"/>
                  <a:pt x="7154492" y="27026"/>
                  <a:pt x="6992874" y="27432"/>
                </a:cubicBezTo>
                <a:cubicBezTo>
                  <a:pt x="6831256" y="27838"/>
                  <a:pt x="6536817" y="51174"/>
                  <a:pt x="6335649" y="27432"/>
                </a:cubicBezTo>
                <a:cubicBezTo>
                  <a:pt x="6134481" y="3690"/>
                  <a:pt x="6097824" y="11070"/>
                  <a:pt x="5993892" y="27432"/>
                </a:cubicBezTo>
                <a:cubicBezTo>
                  <a:pt x="5889960" y="43794"/>
                  <a:pt x="5793821" y="34098"/>
                  <a:pt x="5652135" y="27432"/>
                </a:cubicBezTo>
                <a:cubicBezTo>
                  <a:pt x="5510449" y="20766"/>
                  <a:pt x="5168382" y="-3650"/>
                  <a:pt x="4994910" y="27432"/>
                </a:cubicBezTo>
                <a:cubicBezTo>
                  <a:pt x="4821439" y="58514"/>
                  <a:pt x="4653937" y="21362"/>
                  <a:pt x="4547997" y="27432"/>
                </a:cubicBezTo>
                <a:cubicBezTo>
                  <a:pt x="4442057" y="33502"/>
                  <a:pt x="4153363" y="33024"/>
                  <a:pt x="3785616" y="27432"/>
                </a:cubicBezTo>
                <a:cubicBezTo>
                  <a:pt x="3417869" y="21840"/>
                  <a:pt x="3544908" y="29840"/>
                  <a:pt x="3338703" y="27432"/>
                </a:cubicBezTo>
                <a:cubicBezTo>
                  <a:pt x="3132498" y="25024"/>
                  <a:pt x="2782152" y="45947"/>
                  <a:pt x="2576322" y="27432"/>
                </a:cubicBezTo>
                <a:cubicBezTo>
                  <a:pt x="2370492" y="8917"/>
                  <a:pt x="2347214" y="14129"/>
                  <a:pt x="2234565" y="27432"/>
                </a:cubicBezTo>
                <a:cubicBezTo>
                  <a:pt x="2121916" y="40735"/>
                  <a:pt x="1785921" y="49081"/>
                  <a:pt x="1472184" y="27432"/>
                </a:cubicBezTo>
                <a:cubicBezTo>
                  <a:pt x="1158447" y="5783"/>
                  <a:pt x="1203910" y="37937"/>
                  <a:pt x="1025271" y="27432"/>
                </a:cubicBezTo>
                <a:cubicBezTo>
                  <a:pt x="846632" y="16927"/>
                  <a:pt x="846577" y="17996"/>
                  <a:pt x="683514" y="27432"/>
                </a:cubicBezTo>
                <a:cubicBezTo>
                  <a:pt x="520451" y="36868"/>
                  <a:pt x="320799" y="46677"/>
                  <a:pt x="0" y="27432"/>
                </a:cubicBezTo>
                <a:cubicBezTo>
                  <a:pt x="-510" y="19859"/>
                  <a:pt x="-1106" y="11474"/>
                  <a:pt x="0" y="0"/>
                </a:cubicBezTo>
                <a:close/>
              </a:path>
            </a:pathLst>
          </a:custGeom>
          <a:solidFill>
            <a:schemeClr val="tx1"/>
          </a:solidFill>
          <a:ln w="38100" cap="rnd">
            <a:solidFill>
              <a:schemeClr val="tx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538381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C218C0-6540-400C-BB51-353D5FD5CB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448056"/>
            <a:ext cx="10515600" cy="4069080"/>
          </a:xfrm>
        </p:spPr>
        <p:txBody>
          <a:bodyPr anchor="b">
            <a:normAutofit/>
          </a:bodyPr>
          <a:lstStyle>
            <a:lvl1pPr>
              <a:defRPr sz="8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81CD69-43B3-4FF7-AA41-30C36C957E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41248" y="4983480"/>
            <a:ext cx="10515600" cy="1124712"/>
          </a:xfr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BF300D-5CBE-47E9-A193-E23C8314D0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E7DF3F-C51A-4DB1-9FCE-E3E0D8E925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269CF4-FAAB-44EF-A2A5-8352B4AA38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‹nº›</a:t>
            </a:fld>
            <a:endParaRPr lang="en-US"/>
          </a:p>
        </p:txBody>
      </p:sp>
      <p:sp>
        <p:nvSpPr>
          <p:cNvPr id="7" name="Rectangle 6" descr="Tag=AccentColor&#10;Flavor=Light&#10;Target=FillAndLine">
            <a:extLst>
              <a:ext uri="{FF2B5EF4-FFF2-40B4-BE49-F238E27FC236}">
                <a16:creationId xmlns:a16="http://schemas.microsoft.com/office/drawing/2014/main" id="{417A8947-4521-4FE1-8E44-27363435CE1B}"/>
              </a:ext>
            </a:extLst>
          </p:cNvPr>
          <p:cNvSpPr/>
          <p:nvPr/>
        </p:nvSpPr>
        <p:spPr>
          <a:xfrm>
            <a:off x="838200" y="4736883"/>
            <a:ext cx="4243589" cy="27432"/>
          </a:xfrm>
          <a:custGeom>
            <a:avLst/>
            <a:gdLst>
              <a:gd name="connsiteX0" fmla="*/ 0 w 4243589"/>
              <a:gd name="connsiteY0" fmla="*/ 0 h 27432"/>
              <a:gd name="connsiteX1" fmla="*/ 563791 w 4243589"/>
              <a:gd name="connsiteY1" fmla="*/ 0 h 27432"/>
              <a:gd name="connsiteX2" fmla="*/ 1042710 w 4243589"/>
              <a:gd name="connsiteY2" fmla="*/ 0 h 27432"/>
              <a:gd name="connsiteX3" fmla="*/ 1564066 w 4243589"/>
              <a:gd name="connsiteY3" fmla="*/ 0 h 27432"/>
              <a:gd name="connsiteX4" fmla="*/ 2212729 w 4243589"/>
              <a:gd name="connsiteY4" fmla="*/ 0 h 27432"/>
              <a:gd name="connsiteX5" fmla="*/ 2776520 w 4243589"/>
              <a:gd name="connsiteY5" fmla="*/ 0 h 27432"/>
              <a:gd name="connsiteX6" fmla="*/ 3297875 w 4243589"/>
              <a:gd name="connsiteY6" fmla="*/ 0 h 27432"/>
              <a:gd name="connsiteX7" fmla="*/ 4243589 w 4243589"/>
              <a:gd name="connsiteY7" fmla="*/ 0 h 27432"/>
              <a:gd name="connsiteX8" fmla="*/ 4243589 w 4243589"/>
              <a:gd name="connsiteY8" fmla="*/ 27432 h 27432"/>
              <a:gd name="connsiteX9" fmla="*/ 3637362 w 4243589"/>
              <a:gd name="connsiteY9" fmla="*/ 27432 h 27432"/>
              <a:gd name="connsiteX10" fmla="*/ 3116007 w 4243589"/>
              <a:gd name="connsiteY10" fmla="*/ 27432 h 27432"/>
              <a:gd name="connsiteX11" fmla="*/ 2424908 w 4243589"/>
              <a:gd name="connsiteY11" fmla="*/ 27432 h 27432"/>
              <a:gd name="connsiteX12" fmla="*/ 1861117 w 4243589"/>
              <a:gd name="connsiteY12" fmla="*/ 27432 h 27432"/>
              <a:gd name="connsiteX13" fmla="*/ 1382198 w 4243589"/>
              <a:gd name="connsiteY13" fmla="*/ 27432 h 27432"/>
              <a:gd name="connsiteX14" fmla="*/ 733535 w 4243589"/>
              <a:gd name="connsiteY14" fmla="*/ 27432 h 27432"/>
              <a:gd name="connsiteX15" fmla="*/ 0 w 4243589"/>
              <a:gd name="connsiteY15" fmla="*/ 27432 h 27432"/>
              <a:gd name="connsiteX16" fmla="*/ 0 w 4243589"/>
              <a:gd name="connsiteY16" fmla="*/ 0 h 27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43589" h="27432" fill="none" extrusionOk="0">
                <a:moveTo>
                  <a:pt x="0" y="0"/>
                </a:moveTo>
                <a:cubicBezTo>
                  <a:pt x="157351" y="-15653"/>
                  <a:pt x="378877" y="-5828"/>
                  <a:pt x="563791" y="0"/>
                </a:cubicBezTo>
                <a:cubicBezTo>
                  <a:pt x="748705" y="5828"/>
                  <a:pt x="905659" y="-5525"/>
                  <a:pt x="1042710" y="0"/>
                </a:cubicBezTo>
                <a:cubicBezTo>
                  <a:pt x="1179761" y="5525"/>
                  <a:pt x="1356845" y="-21288"/>
                  <a:pt x="1564066" y="0"/>
                </a:cubicBezTo>
                <a:cubicBezTo>
                  <a:pt x="1771287" y="21288"/>
                  <a:pt x="1912099" y="25135"/>
                  <a:pt x="2212729" y="0"/>
                </a:cubicBezTo>
                <a:cubicBezTo>
                  <a:pt x="2513359" y="-25135"/>
                  <a:pt x="2514918" y="-27119"/>
                  <a:pt x="2776520" y="0"/>
                </a:cubicBezTo>
                <a:cubicBezTo>
                  <a:pt x="3038122" y="27119"/>
                  <a:pt x="3178771" y="18116"/>
                  <a:pt x="3297875" y="0"/>
                </a:cubicBezTo>
                <a:cubicBezTo>
                  <a:pt x="3416980" y="-18116"/>
                  <a:pt x="4012240" y="-40869"/>
                  <a:pt x="4243589" y="0"/>
                </a:cubicBezTo>
                <a:cubicBezTo>
                  <a:pt x="4242616" y="8304"/>
                  <a:pt x="4243111" y="21512"/>
                  <a:pt x="4243589" y="27432"/>
                </a:cubicBezTo>
                <a:cubicBezTo>
                  <a:pt x="4112949" y="6289"/>
                  <a:pt x="3928037" y="10975"/>
                  <a:pt x="3637362" y="27432"/>
                </a:cubicBezTo>
                <a:cubicBezTo>
                  <a:pt x="3346687" y="43889"/>
                  <a:pt x="3254446" y="35813"/>
                  <a:pt x="3116007" y="27432"/>
                </a:cubicBezTo>
                <a:cubicBezTo>
                  <a:pt x="2977569" y="19051"/>
                  <a:pt x="2620228" y="38017"/>
                  <a:pt x="2424908" y="27432"/>
                </a:cubicBezTo>
                <a:cubicBezTo>
                  <a:pt x="2229588" y="16847"/>
                  <a:pt x="2088287" y="5290"/>
                  <a:pt x="1861117" y="27432"/>
                </a:cubicBezTo>
                <a:cubicBezTo>
                  <a:pt x="1633947" y="49574"/>
                  <a:pt x="1502447" y="8273"/>
                  <a:pt x="1382198" y="27432"/>
                </a:cubicBezTo>
                <a:cubicBezTo>
                  <a:pt x="1261949" y="46591"/>
                  <a:pt x="1045440" y="37497"/>
                  <a:pt x="733535" y="27432"/>
                </a:cubicBezTo>
                <a:cubicBezTo>
                  <a:pt x="421630" y="17367"/>
                  <a:pt x="341257" y="-9215"/>
                  <a:pt x="0" y="27432"/>
                </a:cubicBezTo>
                <a:cubicBezTo>
                  <a:pt x="-1048" y="14992"/>
                  <a:pt x="-1120" y="7447"/>
                  <a:pt x="0" y="0"/>
                </a:cubicBezTo>
                <a:close/>
              </a:path>
              <a:path w="4243589" h="27432" stroke="0" extrusionOk="0">
                <a:moveTo>
                  <a:pt x="0" y="0"/>
                </a:moveTo>
                <a:cubicBezTo>
                  <a:pt x="128164" y="17204"/>
                  <a:pt x="312653" y="1129"/>
                  <a:pt x="563791" y="0"/>
                </a:cubicBezTo>
                <a:cubicBezTo>
                  <a:pt x="814929" y="-1129"/>
                  <a:pt x="837271" y="8503"/>
                  <a:pt x="1042710" y="0"/>
                </a:cubicBezTo>
                <a:cubicBezTo>
                  <a:pt x="1248149" y="-8503"/>
                  <a:pt x="1588432" y="-28862"/>
                  <a:pt x="1733809" y="0"/>
                </a:cubicBezTo>
                <a:cubicBezTo>
                  <a:pt x="1879186" y="28862"/>
                  <a:pt x="2052815" y="5974"/>
                  <a:pt x="2297600" y="0"/>
                </a:cubicBezTo>
                <a:cubicBezTo>
                  <a:pt x="2542385" y="-5974"/>
                  <a:pt x="2699960" y="-23550"/>
                  <a:pt x="2861391" y="0"/>
                </a:cubicBezTo>
                <a:cubicBezTo>
                  <a:pt x="3022822" y="23550"/>
                  <a:pt x="3390411" y="25272"/>
                  <a:pt x="3552490" y="0"/>
                </a:cubicBezTo>
                <a:cubicBezTo>
                  <a:pt x="3714569" y="-25272"/>
                  <a:pt x="3950585" y="-31327"/>
                  <a:pt x="4243589" y="0"/>
                </a:cubicBezTo>
                <a:cubicBezTo>
                  <a:pt x="4244074" y="9333"/>
                  <a:pt x="4244867" y="19699"/>
                  <a:pt x="4243589" y="27432"/>
                </a:cubicBezTo>
                <a:cubicBezTo>
                  <a:pt x="4130424" y="7904"/>
                  <a:pt x="3932803" y="51393"/>
                  <a:pt x="3722234" y="27432"/>
                </a:cubicBezTo>
                <a:cubicBezTo>
                  <a:pt x="3511665" y="3471"/>
                  <a:pt x="3269903" y="55138"/>
                  <a:pt x="3116007" y="27432"/>
                </a:cubicBezTo>
                <a:cubicBezTo>
                  <a:pt x="2962111" y="-274"/>
                  <a:pt x="2744280" y="32368"/>
                  <a:pt x="2509780" y="27432"/>
                </a:cubicBezTo>
                <a:cubicBezTo>
                  <a:pt x="2275280" y="22496"/>
                  <a:pt x="2066059" y="52808"/>
                  <a:pt x="1945989" y="27432"/>
                </a:cubicBezTo>
                <a:cubicBezTo>
                  <a:pt x="1825919" y="2056"/>
                  <a:pt x="1407329" y="21760"/>
                  <a:pt x="1254890" y="27432"/>
                </a:cubicBezTo>
                <a:cubicBezTo>
                  <a:pt x="1102451" y="33104"/>
                  <a:pt x="837950" y="40817"/>
                  <a:pt x="563791" y="27432"/>
                </a:cubicBezTo>
                <a:cubicBezTo>
                  <a:pt x="289632" y="14047"/>
                  <a:pt x="132768" y="16249"/>
                  <a:pt x="0" y="27432"/>
                </a:cubicBezTo>
                <a:cubicBezTo>
                  <a:pt x="211" y="18145"/>
                  <a:pt x="120" y="6480"/>
                  <a:pt x="0" y="0"/>
                </a:cubicBezTo>
                <a:close/>
              </a:path>
            </a:pathLst>
          </a:custGeom>
          <a:solidFill>
            <a:schemeClr val="tx1"/>
          </a:solidFill>
          <a:ln w="38100" cap="rnd">
            <a:solidFill>
              <a:schemeClr val="tx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391373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ADE264-531D-49C1-A8AF-2B4C1D218F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B9A1B8-2F1B-46AA-858A-CFFF5AF7CEB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929384"/>
            <a:ext cx="5181600" cy="425196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E6B9631-18C0-43BD-8AF3-9137D6D4C2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929384"/>
            <a:ext cx="5181600" cy="42519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9032FCA-14C6-4497-9C27-3F58062442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61E5057-693B-4E10-958E-0ABE79FEC7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70CECB1-0A35-4C10-9D3D-FE44042830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‹nº›</a:t>
            </a:fld>
            <a:endParaRPr lang="en-US"/>
          </a:p>
        </p:txBody>
      </p:sp>
      <p:sp>
        <p:nvSpPr>
          <p:cNvPr id="9" name="Rectangle 8" descr="Tag=AccentColor&#10;Flavor=Light&#10;Target=FillAndLine">
            <a:extLst>
              <a:ext uri="{FF2B5EF4-FFF2-40B4-BE49-F238E27FC236}">
                <a16:creationId xmlns:a16="http://schemas.microsoft.com/office/drawing/2014/main" id="{2FAAC677-2D37-4F63-9C4B-711A2988EE02}"/>
              </a:ext>
            </a:extLst>
          </p:cNvPr>
          <p:cNvSpPr/>
          <p:nvPr/>
        </p:nvSpPr>
        <p:spPr>
          <a:xfrm>
            <a:off x="838199" y="1709928"/>
            <a:ext cx="10515600" cy="27432"/>
          </a:xfrm>
          <a:custGeom>
            <a:avLst/>
            <a:gdLst>
              <a:gd name="connsiteX0" fmla="*/ 0 w 10515600"/>
              <a:gd name="connsiteY0" fmla="*/ 0 h 27432"/>
              <a:gd name="connsiteX1" fmla="*/ 446913 w 10515600"/>
              <a:gd name="connsiteY1" fmla="*/ 0 h 27432"/>
              <a:gd name="connsiteX2" fmla="*/ 1104138 w 10515600"/>
              <a:gd name="connsiteY2" fmla="*/ 0 h 27432"/>
              <a:gd name="connsiteX3" fmla="*/ 1866519 w 10515600"/>
              <a:gd name="connsiteY3" fmla="*/ 0 h 27432"/>
              <a:gd name="connsiteX4" fmla="*/ 2208276 w 10515600"/>
              <a:gd name="connsiteY4" fmla="*/ 0 h 27432"/>
              <a:gd name="connsiteX5" fmla="*/ 2550033 w 10515600"/>
              <a:gd name="connsiteY5" fmla="*/ 0 h 27432"/>
              <a:gd name="connsiteX6" fmla="*/ 3417570 w 10515600"/>
              <a:gd name="connsiteY6" fmla="*/ 0 h 27432"/>
              <a:gd name="connsiteX7" fmla="*/ 4074795 w 10515600"/>
              <a:gd name="connsiteY7" fmla="*/ 0 h 27432"/>
              <a:gd name="connsiteX8" fmla="*/ 4416552 w 10515600"/>
              <a:gd name="connsiteY8" fmla="*/ 0 h 27432"/>
              <a:gd name="connsiteX9" fmla="*/ 5073777 w 10515600"/>
              <a:gd name="connsiteY9" fmla="*/ 0 h 27432"/>
              <a:gd name="connsiteX10" fmla="*/ 5941314 w 10515600"/>
              <a:gd name="connsiteY10" fmla="*/ 0 h 27432"/>
              <a:gd name="connsiteX11" fmla="*/ 6493383 w 10515600"/>
              <a:gd name="connsiteY11" fmla="*/ 0 h 27432"/>
              <a:gd name="connsiteX12" fmla="*/ 7045452 w 10515600"/>
              <a:gd name="connsiteY12" fmla="*/ 0 h 27432"/>
              <a:gd name="connsiteX13" fmla="*/ 7702677 w 10515600"/>
              <a:gd name="connsiteY13" fmla="*/ 0 h 27432"/>
              <a:gd name="connsiteX14" fmla="*/ 8465058 w 10515600"/>
              <a:gd name="connsiteY14" fmla="*/ 0 h 27432"/>
              <a:gd name="connsiteX15" fmla="*/ 9227439 w 10515600"/>
              <a:gd name="connsiteY15" fmla="*/ 0 h 27432"/>
              <a:gd name="connsiteX16" fmla="*/ 10515600 w 10515600"/>
              <a:gd name="connsiteY16" fmla="*/ 0 h 27432"/>
              <a:gd name="connsiteX17" fmla="*/ 10515600 w 10515600"/>
              <a:gd name="connsiteY17" fmla="*/ 27432 h 27432"/>
              <a:gd name="connsiteX18" fmla="*/ 10068687 w 10515600"/>
              <a:gd name="connsiteY18" fmla="*/ 27432 h 27432"/>
              <a:gd name="connsiteX19" fmla="*/ 9201150 w 10515600"/>
              <a:gd name="connsiteY19" fmla="*/ 27432 h 27432"/>
              <a:gd name="connsiteX20" fmla="*/ 8543925 w 10515600"/>
              <a:gd name="connsiteY20" fmla="*/ 27432 h 27432"/>
              <a:gd name="connsiteX21" fmla="*/ 8202168 w 10515600"/>
              <a:gd name="connsiteY21" fmla="*/ 27432 h 27432"/>
              <a:gd name="connsiteX22" fmla="*/ 7544943 w 10515600"/>
              <a:gd name="connsiteY22" fmla="*/ 27432 h 27432"/>
              <a:gd name="connsiteX23" fmla="*/ 6992874 w 10515600"/>
              <a:gd name="connsiteY23" fmla="*/ 27432 h 27432"/>
              <a:gd name="connsiteX24" fmla="*/ 6440805 w 10515600"/>
              <a:gd name="connsiteY24" fmla="*/ 27432 h 27432"/>
              <a:gd name="connsiteX25" fmla="*/ 5888736 w 10515600"/>
              <a:gd name="connsiteY25" fmla="*/ 27432 h 27432"/>
              <a:gd name="connsiteX26" fmla="*/ 5336667 w 10515600"/>
              <a:gd name="connsiteY26" fmla="*/ 27432 h 27432"/>
              <a:gd name="connsiteX27" fmla="*/ 4574286 w 10515600"/>
              <a:gd name="connsiteY27" fmla="*/ 27432 h 27432"/>
              <a:gd name="connsiteX28" fmla="*/ 3917061 w 10515600"/>
              <a:gd name="connsiteY28" fmla="*/ 27432 h 27432"/>
              <a:gd name="connsiteX29" fmla="*/ 3575304 w 10515600"/>
              <a:gd name="connsiteY29" fmla="*/ 27432 h 27432"/>
              <a:gd name="connsiteX30" fmla="*/ 3023235 w 10515600"/>
              <a:gd name="connsiteY30" fmla="*/ 27432 h 27432"/>
              <a:gd name="connsiteX31" fmla="*/ 2260854 w 10515600"/>
              <a:gd name="connsiteY31" fmla="*/ 27432 h 27432"/>
              <a:gd name="connsiteX32" fmla="*/ 1813941 w 10515600"/>
              <a:gd name="connsiteY32" fmla="*/ 27432 h 27432"/>
              <a:gd name="connsiteX33" fmla="*/ 946404 w 10515600"/>
              <a:gd name="connsiteY33" fmla="*/ 27432 h 27432"/>
              <a:gd name="connsiteX34" fmla="*/ 0 w 10515600"/>
              <a:gd name="connsiteY34" fmla="*/ 27432 h 27432"/>
              <a:gd name="connsiteX35" fmla="*/ 0 w 10515600"/>
              <a:gd name="connsiteY35" fmla="*/ 0 h 27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515600" h="27432" fill="none" extrusionOk="0">
                <a:moveTo>
                  <a:pt x="0" y="0"/>
                </a:moveTo>
                <a:cubicBezTo>
                  <a:pt x="119693" y="-14343"/>
                  <a:pt x="253007" y="-7583"/>
                  <a:pt x="446913" y="0"/>
                </a:cubicBezTo>
                <a:cubicBezTo>
                  <a:pt x="640819" y="7583"/>
                  <a:pt x="841419" y="-7067"/>
                  <a:pt x="1104138" y="0"/>
                </a:cubicBezTo>
                <a:cubicBezTo>
                  <a:pt x="1366858" y="7067"/>
                  <a:pt x="1495525" y="1255"/>
                  <a:pt x="1866519" y="0"/>
                </a:cubicBezTo>
                <a:cubicBezTo>
                  <a:pt x="2237513" y="-1255"/>
                  <a:pt x="2043820" y="12003"/>
                  <a:pt x="2208276" y="0"/>
                </a:cubicBezTo>
                <a:cubicBezTo>
                  <a:pt x="2372732" y="-12003"/>
                  <a:pt x="2419452" y="9887"/>
                  <a:pt x="2550033" y="0"/>
                </a:cubicBezTo>
                <a:cubicBezTo>
                  <a:pt x="2680614" y="-9887"/>
                  <a:pt x="3098156" y="3827"/>
                  <a:pt x="3417570" y="0"/>
                </a:cubicBezTo>
                <a:cubicBezTo>
                  <a:pt x="3736984" y="-3827"/>
                  <a:pt x="3916040" y="-6233"/>
                  <a:pt x="4074795" y="0"/>
                </a:cubicBezTo>
                <a:cubicBezTo>
                  <a:pt x="4233551" y="6233"/>
                  <a:pt x="4279253" y="5661"/>
                  <a:pt x="4416552" y="0"/>
                </a:cubicBezTo>
                <a:cubicBezTo>
                  <a:pt x="4553851" y="-5661"/>
                  <a:pt x="4915758" y="26022"/>
                  <a:pt x="5073777" y="0"/>
                </a:cubicBezTo>
                <a:cubicBezTo>
                  <a:pt x="5231797" y="-26022"/>
                  <a:pt x="5612089" y="32230"/>
                  <a:pt x="5941314" y="0"/>
                </a:cubicBezTo>
                <a:cubicBezTo>
                  <a:pt x="6270539" y="-32230"/>
                  <a:pt x="6313600" y="3064"/>
                  <a:pt x="6493383" y="0"/>
                </a:cubicBezTo>
                <a:cubicBezTo>
                  <a:pt x="6673166" y="-3064"/>
                  <a:pt x="6902474" y="-21096"/>
                  <a:pt x="7045452" y="0"/>
                </a:cubicBezTo>
                <a:cubicBezTo>
                  <a:pt x="7188430" y="21096"/>
                  <a:pt x="7478162" y="17386"/>
                  <a:pt x="7702677" y="0"/>
                </a:cubicBezTo>
                <a:cubicBezTo>
                  <a:pt x="7927192" y="-17386"/>
                  <a:pt x="8295683" y="-35143"/>
                  <a:pt x="8465058" y="0"/>
                </a:cubicBezTo>
                <a:cubicBezTo>
                  <a:pt x="8634433" y="35143"/>
                  <a:pt x="8927835" y="4103"/>
                  <a:pt x="9227439" y="0"/>
                </a:cubicBezTo>
                <a:cubicBezTo>
                  <a:pt x="9527043" y="-4103"/>
                  <a:pt x="10105355" y="-17535"/>
                  <a:pt x="10515600" y="0"/>
                </a:cubicBezTo>
                <a:cubicBezTo>
                  <a:pt x="10515789" y="12323"/>
                  <a:pt x="10515633" y="14639"/>
                  <a:pt x="10515600" y="27432"/>
                </a:cubicBezTo>
                <a:cubicBezTo>
                  <a:pt x="10343646" y="15282"/>
                  <a:pt x="10223667" y="31057"/>
                  <a:pt x="10068687" y="27432"/>
                </a:cubicBezTo>
                <a:cubicBezTo>
                  <a:pt x="9913707" y="23807"/>
                  <a:pt x="9512455" y="4101"/>
                  <a:pt x="9201150" y="27432"/>
                </a:cubicBezTo>
                <a:cubicBezTo>
                  <a:pt x="8889845" y="50763"/>
                  <a:pt x="8866277" y="3158"/>
                  <a:pt x="8543925" y="27432"/>
                </a:cubicBezTo>
                <a:cubicBezTo>
                  <a:pt x="8221573" y="51706"/>
                  <a:pt x="8288348" y="37286"/>
                  <a:pt x="8202168" y="27432"/>
                </a:cubicBezTo>
                <a:cubicBezTo>
                  <a:pt x="8115988" y="17578"/>
                  <a:pt x="7797033" y="6631"/>
                  <a:pt x="7544943" y="27432"/>
                </a:cubicBezTo>
                <a:cubicBezTo>
                  <a:pt x="7292854" y="48233"/>
                  <a:pt x="7108060" y="41767"/>
                  <a:pt x="6992874" y="27432"/>
                </a:cubicBezTo>
                <a:cubicBezTo>
                  <a:pt x="6877688" y="13097"/>
                  <a:pt x="6668930" y="7947"/>
                  <a:pt x="6440805" y="27432"/>
                </a:cubicBezTo>
                <a:cubicBezTo>
                  <a:pt x="6212680" y="46917"/>
                  <a:pt x="6027476" y="35225"/>
                  <a:pt x="5888736" y="27432"/>
                </a:cubicBezTo>
                <a:cubicBezTo>
                  <a:pt x="5749996" y="19639"/>
                  <a:pt x="5574559" y="43627"/>
                  <a:pt x="5336667" y="27432"/>
                </a:cubicBezTo>
                <a:cubicBezTo>
                  <a:pt x="5098775" y="11237"/>
                  <a:pt x="4837534" y="41882"/>
                  <a:pt x="4574286" y="27432"/>
                </a:cubicBezTo>
                <a:cubicBezTo>
                  <a:pt x="4311038" y="12982"/>
                  <a:pt x="4126419" y="26678"/>
                  <a:pt x="3917061" y="27432"/>
                </a:cubicBezTo>
                <a:cubicBezTo>
                  <a:pt x="3707704" y="28186"/>
                  <a:pt x="3657291" y="40087"/>
                  <a:pt x="3575304" y="27432"/>
                </a:cubicBezTo>
                <a:cubicBezTo>
                  <a:pt x="3493317" y="14777"/>
                  <a:pt x="3185226" y="45867"/>
                  <a:pt x="3023235" y="27432"/>
                </a:cubicBezTo>
                <a:cubicBezTo>
                  <a:pt x="2861244" y="8997"/>
                  <a:pt x="2597085" y="35801"/>
                  <a:pt x="2260854" y="27432"/>
                </a:cubicBezTo>
                <a:cubicBezTo>
                  <a:pt x="1924623" y="19063"/>
                  <a:pt x="1996678" y="15705"/>
                  <a:pt x="1813941" y="27432"/>
                </a:cubicBezTo>
                <a:cubicBezTo>
                  <a:pt x="1631204" y="39159"/>
                  <a:pt x="1187542" y="49167"/>
                  <a:pt x="946404" y="27432"/>
                </a:cubicBezTo>
                <a:cubicBezTo>
                  <a:pt x="705266" y="5697"/>
                  <a:pt x="404743" y="28229"/>
                  <a:pt x="0" y="27432"/>
                </a:cubicBezTo>
                <a:cubicBezTo>
                  <a:pt x="244" y="15297"/>
                  <a:pt x="645" y="7129"/>
                  <a:pt x="0" y="0"/>
                </a:cubicBezTo>
                <a:close/>
              </a:path>
              <a:path w="10515600" h="27432" stroke="0" extrusionOk="0">
                <a:moveTo>
                  <a:pt x="0" y="0"/>
                </a:moveTo>
                <a:cubicBezTo>
                  <a:pt x="230793" y="14353"/>
                  <a:pt x="332416" y="21392"/>
                  <a:pt x="552069" y="0"/>
                </a:cubicBezTo>
                <a:cubicBezTo>
                  <a:pt x="771722" y="-21392"/>
                  <a:pt x="761737" y="-14337"/>
                  <a:pt x="893826" y="0"/>
                </a:cubicBezTo>
                <a:cubicBezTo>
                  <a:pt x="1025915" y="14337"/>
                  <a:pt x="1441584" y="-15498"/>
                  <a:pt x="1761363" y="0"/>
                </a:cubicBezTo>
                <a:cubicBezTo>
                  <a:pt x="2081142" y="15498"/>
                  <a:pt x="2111503" y="7278"/>
                  <a:pt x="2313432" y="0"/>
                </a:cubicBezTo>
                <a:cubicBezTo>
                  <a:pt x="2515361" y="-7278"/>
                  <a:pt x="2743584" y="-17845"/>
                  <a:pt x="2865501" y="0"/>
                </a:cubicBezTo>
                <a:cubicBezTo>
                  <a:pt x="2987418" y="17845"/>
                  <a:pt x="3345183" y="8208"/>
                  <a:pt x="3733038" y="0"/>
                </a:cubicBezTo>
                <a:cubicBezTo>
                  <a:pt x="4120893" y="-8208"/>
                  <a:pt x="4009066" y="-3159"/>
                  <a:pt x="4179951" y="0"/>
                </a:cubicBezTo>
                <a:cubicBezTo>
                  <a:pt x="4350836" y="3159"/>
                  <a:pt x="4735020" y="17517"/>
                  <a:pt x="5047488" y="0"/>
                </a:cubicBezTo>
                <a:cubicBezTo>
                  <a:pt x="5359956" y="-17517"/>
                  <a:pt x="5662148" y="-17777"/>
                  <a:pt x="5915025" y="0"/>
                </a:cubicBezTo>
                <a:cubicBezTo>
                  <a:pt x="6167902" y="17777"/>
                  <a:pt x="6308797" y="30350"/>
                  <a:pt x="6572250" y="0"/>
                </a:cubicBezTo>
                <a:cubicBezTo>
                  <a:pt x="6835703" y="-30350"/>
                  <a:pt x="7107419" y="-9627"/>
                  <a:pt x="7439787" y="0"/>
                </a:cubicBezTo>
                <a:cubicBezTo>
                  <a:pt x="7772155" y="9627"/>
                  <a:pt x="7844034" y="-9098"/>
                  <a:pt x="7991856" y="0"/>
                </a:cubicBezTo>
                <a:cubicBezTo>
                  <a:pt x="8139678" y="9098"/>
                  <a:pt x="8289889" y="-20239"/>
                  <a:pt x="8543925" y="0"/>
                </a:cubicBezTo>
                <a:cubicBezTo>
                  <a:pt x="8797961" y="20239"/>
                  <a:pt x="8994198" y="29575"/>
                  <a:pt x="9306306" y="0"/>
                </a:cubicBezTo>
                <a:cubicBezTo>
                  <a:pt x="9618414" y="-29575"/>
                  <a:pt x="9739118" y="-23835"/>
                  <a:pt x="9858375" y="0"/>
                </a:cubicBezTo>
                <a:cubicBezTo>
                  <a:pt x="9977632" y="23835"/>
                  <a:pt x="10370488" y="-4069"/>
                  <a:pt x="10515600" y="0"/>
                </a:cubicBezTo>
                <a:cubicBezTo>
                  <a:pt x="10515650" y="5798"/>
                  <a:pt x="10515903" y="19375"/>
                  <a:pt x="10515600" y="27432"/>
                </a:cubicBezTo>
                <a:cubicBezTo>
                  <a:pt x="10304538" y="42307"/>
                  <a:pt x="10069280" y="3335"/>
                  <a:pt x="9753219" y="27432"/>
                </a:cubicBezTo>
                <a:cubicBezTo>
                  <a:pt x="9437158" y="51529"/>
                  <a:pt x="9488415" y="23852"/>
                  <a:pt x="9411462" y="27432"/>
                </a:cubicBezTo>
                <a:cubicBezTo>
                  <a:pt x="9334509" y="31012"/>
                  <a:pt x="9183755" y="44107"/>
                  <a:pt x="8964549" y="27432"/>
                </a:cubicBezTo>
                <a:cubicBezTo>
                  <a:pt x="8745343" y="10757"/>
                  <a:pt x="8279150" y="61693"/>
                  <a:pt x="8097012" y="27432"/>
                </a:cubicBezTo>
                <a:cubicBezTo>
                  <a:pt x="7914874" y="-6829"/>
                  <a:pt x="7608717" y="59556"/>
                  <a:pt x="7439787" y="27432"/>
                </a:cubicBezTo>
                <a:cubicBezTo>
                  <a:pt x="7270858" y="-4692"/>
                  <a:pt x="7154492" y="27026"/>
                  <a:pt x="6992874" y="27432"/>
                </a:cubicBezTo>
                <a:cubicBezTo>
                  <a:pt x="6831256" y="27838"/>
                  <a:pt x="6536817" y="51174"/>
                  <a:pt x="6335649" y="27432"/>
                </a:cubicBezTo>
                <a:cubicBezTo>
                  <a:pt x="6134481" y="3690"/>
                  <a:pt x="6097824" y="11070"/>
                  <a:pt x="5993892" y="27432"/>
                </a:cubicBezTo>
                <a:cubicBezTo>
                  <a:pt x="5889960" y="43794"/>
                  <a:pt x="5793821" y="34098"/>
                  <a:pt x="5652135" y="27432"/>
                </a:cubicBezTo>
                <a:cubicBezTo>
                  <a:pt x="5510449" y="20766"/>
                  <a:pt x="5168382" y="-3650"/>
                  <a:pt x="4994910" y="27432"/>
                </a:cubicBezTo>
                <a:cubicBezTo>
                  <a:pt x="4821439" y="58514"/>
                  <a:pt x="4653937" y="21362"/>
                  <a:pt x="4547997" y="27432"/>
                </a:cubicBezTo>
                <a:cubicBezTo>
                  <a:pt x="4442057" y="33502"/>
                  <a:pt x="4153363" y="33024"/>
                  <a:pt x="3785616" y="27432"/>
                </a:cubicBezTo>
                <a:cubicBezTo>
                  <a:pt x="3417869" y="21840"/>
                  <a:pt x="3544908" y="29840"/>
                  <a:pt x="3338703" y="27432"/>
                </a:cubicBezTo>
                <a:cubicBezTo>
                  <a:pt x="3132498" y="25024"/>
                  <a:pt x="2782152" y="45947"/>
                  <a:pt x="2576322" y="27432"/>
                </a:cubicBezTo>
                <a:cubicBezTo>
                  <a:pt x="2370492" y="8917"/>
                  <a:pt x="2347214" y="14129"/>
                  <a:pt x="2234565" y="27432"/>
                </a:cubicBezTo>
                <a:cubicBezTo>
                  <a:pt x="2121916" y="40735"/>
                  <a:pt x="1785921" y="49081"/>
                  <a:pt x="1472184" y="27432"/>
                </a:cubicBezTo>
                <a:cubicBezTo>
                  <a:pt x="1158447" y="5783"/>
                  <a:pt x="1203910" y="37937"/>
                  <a:pt x="1025271" y="27432"/>
                </a:cubicBezTo>
                <a:cubicBezTo>
                  <a:pt x="846632" y="16927"/>
                  <a:pt x="846577" y="17996"/>
                  <a:pt x="683514" y="27432"/>
                </a:cubicBezTo>
                <a:cubicBezTo>
                  <a:pt x="520451" y="36868"/>
                  <a:pt x="320799" y="46677"/>
                  <a:pt x="0" y="27432"/>
                </a:cubicBezTo>
                <a:cubicBezTo>
                  <a:pt x="-510" y="19859"/>
                  <a:pt x="-1106" y="11474"/>
                  <a:pt x="0" y="0"/>
                </a:cubicBezTo>
                <a:close/>
              </a:path>
            </a:pathLst>
          </a:custGeom>
          <a:solidFill>
            <a:schemeClr val="tx1"/>
          </a:solidFill>
          <a:ln w="38100" cap="rnd">
            <a:solidFill>
              <a:schemeClr val="tx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177952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8AE282-8875-4F49-AB21-E1C2BCAEA1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712EA2-EF8C-4F18-BECF-AD121F7281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938528"/>
            <a:ext cx="5157787" cy="823912"/>
          </a:xfrm>
        </p:spPr>
        <p:txBody>
          <a:bodyPr anchor="b">
            <a:normAutofit/>
          </a:bodyPr>
          <a:lstStyle>
            <a:lvl1pPr marL="0" indent="0">
              <a:buNone/>
              <a:defRPr sz="36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D7B59D4-E93F-40C1-A1A2-F1867830C6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926080"/>
            <a:ext cx="5157787" cy="326440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E810616-1C77-42AE-8449-D0B64E2B847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938528"/>
            <a:ext cx="5183188" cy="823912"/>
          </a:xfrm>
        </p:spPr>
        <p:txBody>
          <a:bodyPr anchor="b">
            <a:normAutofit/>
          </a:bodyPr>
          <a:lstStyle>
            <a:lvl1pPr marL="0" indent="0">
              <a:buNone/>
              <a:defRPr sz="36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A74E172-AFE8-48E4-BBB0-CA6D4EC1127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926080"/>
            <a:ext cx="5183188" cy="326440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C9407CC-270D-4C98-B95C-7AE67D2E19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54070D5-9B7B-47FC-9F75-F6AD960745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28EAC17-33BE-4265-8C06-644C2D34FD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‹nº›</a:t>
            </a:fld>
            <a:endParaRPr lang="en-US"/>
          </a:p>
        </p:txBody>
      </p:sp>
      <p:sp>
        <p:nvSpPr>
          <p:cNvPr id="11" name="Rectangle 10" descr="Tag=AccentColor&#10;Flavor=Light&#10;Target=FillAndLine">
            <a:extLst>
              <a:ext uri="{FF2B5EF4-FFF2-40B4-BE49-F238E27FC236}">
                <a16:creationId xmlns:a16="http://schemas.microsoft.com/office/drawing/2014/main" id="{F634C457-AEBF-47D7-9200-BAD05D138B12}"/>
              </a:ext>
            </a:extLst>
          </p:cNvPr>
          <p:cNvSpPr/>
          <p:nvPr/>
        </p:nvSpPr>
        <p:spPr>
          <a:xfrm>
            <a:off x="838199" y="1709928"/>
            <a:ext cx="10515600" cy="27432"/>
          </a:xfrm>
          <a:custGeom>
            <a:avLst/>
            <a:gdLst>
              <a:gd name="connsiteX0" fmla="*/ 0 w 10515600"/>
              <a:gd name="connsiteY0" fmla="*/ 0 h 27432"/>
              <a:gd name="connsiteX1" fmla="*/ 446913 w 10515600"/>
              <a:gd name="connsiteY1" fmla="*/ 0 h 27432"/>
              <a:gd name="connsiteX2" fmla="*/ 1104138 w 10515600"/>
              <a:gd name="connsiteY2" fmla="*/ 0 h 27432"/>
              <a:gd name="connsiteX3" fmla="*/ 1866519 w 10515600"/>
              <a:gd name="connsiteY3" fmla="*/ 0 h 27432"/>
              <a:gd name="connsiteX4" fmla="*/ 2208276 w 10515600"/>
              <a:gd name="connsiteY4" fmla="*/ 0 h 27432"/>
              <a:gd name="connsiteX5" fmla="*/ 2550033 w 10515600"/>
              <a:gd name="connsiteY5" fmla="*/ 0 h 27432"/>
              <a:gd name="connsiteX6" fmla="*/ 3417570 w 10515600"/>
              <a:gd name="connsiteY6" fmla="*/ 0 h 27432"/>
              <a:gd name="connsiteX7" fmla="*/ 4074795 w 10515600"/>
              <a:gd name="connsiteY7" fmla="*/ 0 h 27432"/>
              <a:gd name="connsiteX8" fmla="*/ 4416552 w 10515600"/>
              <a:gd name="connsiteY8" fmla="*/ 0 h 27432"/>
              <a:gd name="connsiteX9" fmla="*/ 5073777 w 10515600"/>
              <a:gd name="connsiteY9" fmla="*/ 0 h 27432"/>
              <a:gd name="connsiteX10" fmla="*/ 5941314 w 10515600"/>
              <a:gd name="connsiteY10" fmla="*/ 0 h 27432"/>
              <a:gd name="connsiteX11" fmla="*/ 6493383 w 10515600"/>
              <a:gd name="connsiteY11" fmla="*/ 0 h 27432"/>
              <a:gd name="connsiteX12" fmla="*/ 7045452 w 10515600"/>
              <a:gd name="connsiteY12" fmla="*/ 0 h 27432"/>
              <a:gd name="connsiteX13" fmla="*/ 7702677 w 10515600"/>
              <a:gd name="connsiteY13" fmla="*/ 0 h 27432"/>
              <a:gd name="connsiteX14" fmla="*/ 8465058 w 10515600"/>
              <a:gd name="connsiteY14" fmla="*/ 0 h 27432"/>
              <a:gd name="connsiteX15" fmla="*/ 9227439 w 10515600"/>
              <a:gd name="connsiteY15" fmla="*/ 0 h 27432"/>
              <a:gd name="connsiteX16" fmla="*/ 10515600 w 10515600"/>
              <a:gd name="connsiteY16" fmla="*/ 0 h 27432"/>
              <a:gd name="connsiteX17" fmla="*/ 10515600 w 10515600"/>
              <a:gd name="connsiteY17" fmla="*/ 27432 h 27432"/>
              <a:gd name="connsiteX18" fmla="*/ 10068687 w 10515600"/>
              <a:gd name="connsiteY18" fmla="*/ 27432 h 27432"/>
              <a:gd name="connsiteX19" fmla="*/ 9201150 w 10515600"/>
              <a:gd name="connsiteY19" fmla="*/ 27432 h 27432"/>
              <a:gd name="connsiteX20" fmla="*/ 8543925 w 10515600"/>
              <a:gd name="connsiteY20" fmla="*/ 27432 h 27432"/>
              <a:gd name="connsiteX21" fmla="*/ 8202168 w 10515600"/>
              <a:gd name="connsiteY21" fmla="*/ 27432 h 27432"/>
              <a:gd name="connsiteX22" fmla="*/ 7544943 w 10515600"/>
              <a:gd name="connsiteY22" fmla="*/ 27432 h 27432"/>
              <a:gd name="connsiteX23" fmla="*/ 6992874 w 10515600"/>
              <a:gd name="connsiteY23" fmla="*/ 27432 h 27432"/>
              <a:gd name="connsiteX24" fmla="*/ 6440805 w 10515600"/>
              <a:gd name="connsiteY24" fmla="*/ 27432 h 27432"/>
              <a:gd name="connsiteX25" fmla="*/ 5888736 w 10515600"/>
              <a:gd name="connsiteY25" fmla="*/ 27432 h 27432"/>
              <a:gd name="connsiteX26" fmla="*/ 5336667 w 10515600"/>
              <a:gd name="connsiteY26" fmla="*/ 27432 h 27432"/>
              <a:gd name="connsiteX27" fmla="*/ 4574286 w 10515600"/>
              <a:gd name="connsiteY27" fmla="*/ 27432 h 27432"/>
              <a:gd name="connsiteX28" fmla="*/ 3917061 w 10515600"/>
              <a:gd name="connsiteY28" fmla="*/ 27432 h 27432"/>
              <a:gd name="connsiteX29" fmla="*/ 3575304 w 10515600"/>
              <a:gd name="connsiteY29" fmla="*/ 27432 h 27432"/>
              <a:gd name="connsiteX30" fmla="*/ 3023235 w 10515600"/>
              <a:gd name="connsiteY30" fmla="*/ 27432 h 27432"/>
              <a:gd name="connsiteX31" fmla="*/ 2260854 w 10515600"/>
              <a:gd name="connsiteY31" fmla="*/ 27432 h 27432"/>
              <a:gd name="connsiteX32" fmla="*/ 1813941 w 10515600"/>
              <a:gd name="connsiteY32" fmla="*/ 27432 h 27432"/>
              <a:gd name="connsiteX33" fmla="*/ 946404 w 10515600"/>
              <a:gd name="connsiteY33" fmla="*/ 27432 h 27432"/>
              <a:gd name="connsiteX34" fmla="*/ 0 w 10515600"/>
              <a:gd name="connsiteY34" fmla="*/ 27432 h 27432"/>
              <a:gd name="connsiteX35" fmla="*/ 0 w 10515600"/>
              <a:gd name="connsiteY35" fmla="*/ 0 h 27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515600" h="27432" fill="none" extrusionOk="0">
                <a:moveTo>
                  <a:pt x="0" y="0"/>
                </a:moveTo>
                <a:cubicBezTo>
                  <a:pt x="119693" y="-14343"/>
                  <a:pt x="253007" y="-7583"/>
                  <a:pt x="446913" y="0"/>
                </a:cubicBezTo>
                <a:cubicBezTo>
                  <a:pt x="640819" y="7583"/>
                  <a:pt x="841419" y="-7067"/>
                  <a:pt x="1104138" y="0"/>
                </a:cubicBezTo>
                <a:cubicBezTo>
                  <a:pt x="1366858" y="7067"/>
                  <a:pt x="1495525" y="1255"/>
                  <a:pt x="1866519" y="0"/>
                </a:cubicBezTo>
                <a:cubicBezTo>
                  <a:pt x="2237513" y="-1255"/>
                  <a:pt x="2043820" y="12003"/>
                  <a:pt x="2208276" y="0"/>
                </a:cubicBezTo>
                <a:cubicBezTo>
                  <a:pt x="2372732" y="-12003"/>
                  <a:pt x="2419452" y="9887"/>
                  <a:pt x="2550033" y="0"/>
                </a:cubicBezTo>
                <a:cubicBezTo>
                  <a:pt x="2680614" y="-9887"/>
                  <a:pt x="3098156" y="3827"/>
                  <a:pt x="3417570" y="0"/>
                </a:cubicBezTo>
                <a:cubicBezTo>
                  <a:pt x="3736984" y="-3827"/>
                  <a:pt x="3916040" y="-6233"/>
                  <a:pt x="4074795" y="0"/>
                </a:cubicBezTo>
                <a:cubicBezTo>
                  <a:pt x="4233551" y="6233"/>
                  <a:pt x="4279253" y="5661"/>
                  <a:pt x="4416552" y="0"/>
                </a:cubicBezTo>
                <a:cubicBezTo>
                  <a:pt x="4553851" y="-5661"/>
                  <a:pt x="4915758" y="26022"/>
                  <a:pt x="5073777" y="0"/>
                </a:cubicBezTo>
                <a:cubicBezTo>
                  <a:pt x="5231797" y="-26022"/>
                  <a:pt x="5612089" y="32230"/>
                  <a:pt x="5941314" y="0"/>
                </a:cubicBezTo>
                <a:cubicBezTo>
                  <a:pt x="6270539" y="-32230"/>
                  <a:pt x="6313600" y="3064"/>
                  <a:pt x="6493383" y="0"/>
                </a:cubicBezTo>
                <a:cubicBezTo>
                  <a:pt x="6673166" y="-3064"/>
                  <a:pt x="6902474" y="-21096"/>
                  <a:pt x="7045452" y="0"/>
                </a:cubicBezTo>
                <a:cubicBezTo>
                  <a:pt x="7188430" y="21096"/>
                  <a:pt x="7478162" y="17386"/>
                  <a:pt x="7702677" y="0"/>
                </a:cubicBezTo>
                <a:cubicBezTo>
                  <a:pt x="7927192" y="-17386"/>
                  <a:pt x="8295683" y="-35143"/>
                  <a:pt x="8465058" y="0"/>
                </a:cubicBezTo>
                <a:cubicBezTo>
                  <a:pt x="8634433" y="35143"/>
                  <a:pt x="8927835" y="4103"/>
                  <a:pt x="9227439" y="0"/>
                </a:cubicBezTo>
                <a:cubicBezTo>
                  <a:pt x="9527043" y="-4103"/>
                  <a:pt x="10105355" y="-17535"/>
                  <a:pt x="10515600" y="0"/>
                </a:cubicBezTo>
                <a:cubicBezTo>
                  <a:pt x="10515789" y="12323"/>
                  <a:pt x="10515633" y="14639"/>
                  <a:pt x="10515600" y="27432"/>
                </a:cubicBezTo>
                <a:cubicBezTo>
                  <a:pt x="10343646" y="15282"/>
                  <a:pt x="10223667" y="31057"/>
                  <a:pt x="10068687" y="27432"/>
                </a:cubicBezTo>
                <a:cubicBezTo>
                  <a:pt x="9913707" y="23807"/>
                  <a:pt x="9512455" y="4101"/>
                  <a:pt x="9201150" y="27432"/>
                </a:cubicBezTo>
                <a:cubicBezTo>
                  <a:pt x="8889845" y="50763"/>
                  <a:pt x="8866277" y="3158"/>
                  <a:pt x="8543925" y="27432"/>
                </a:cubicBezTo>
                <a:cubicBezTo>
                  <a:pt x="8221573" y="51706"/>
                  <a:pt x="8288348" y="37286"/>
                  <a:pt x="8202168" y="27432"/>
                </a:cubicBezTo>
                <a:cubicBezTo>
                  <a:pt x="8115988" y="17578"/>
                  <a:pt x="7797033" y="6631"/>
                  <a:pt x="7544943" y="27432"/>
                </a:cubicBezTo>
                <a:cubicBezTo>
                  <a:pt x="7292854" y="48233"/>
                  <a:pt x="7108060" y="41767"/>
                  <a:pt x="6992874" y="27432"/>
                </a:cubicBezTo>
                <a:cubicBezTo>
                  <a:pt x="6877688" y="13097"/>
                  <a:pt x="6668930" y="7947"/>
                  <a:pt x="6440805" y="27432"/>
                </a:cubicBezTo>
                <a:cubicBezTo>
                  <a:pt x="6212680" y="46917"/>
                  <a:pt x="6027476" y="35225"/>
                  <a:pt x="5888736" y="27432"/>
                </a:cubicBezTo>
                <a:cubicBezTo>
                  <a:pt x="5749996" y="19639"/>
                  <a:pt x="5574559" y="43627"/>
                  <a:pt x="5336667" y="27432"/>
                </a:cubicBezTo>
                <a:cubicBezTo>
                  <a:pt x="5098775" y="11237"/>
                  <a:pt x="4837534" y="41882"/>
                  <a:pt x="4574286" y="27432"/>
                </a:cubicBezTo>
                <a:cubicBezTo>
                  <a:pt x="4311038" y="12982"/>
                  <a:pt x="4126419" y="26678"/>
                  <a:pt x="3917061" y="27432"/>
                </a:cubicBezTo>
                <a:cubicBezTo>
                  <a:pt x="3707704" y="28186"/>
                  <a:pt x="3657291" y="40087"/>
                  <a:pt x="3575304" y="27432"/>
                </a:cubicBezTo>
                <a:cubicBezTo>
                  <a:pt x="3493317" y="14777"/>
                  <a:pt x="3185226" y="45867"/>
                  <a:pt x="3023235" y="27432"/>
                </a:cubicBezTo>
                <a:cubicBezTo>
                  <a:pt x="2861244" y="8997"/>
                  <a:pt x="2597085" y="35801"/>
                  <a:pt x="2260854" y="27432"/>
                </a:cubicBezTo>
                <a:cubicBezTo>
                  <a:pt x="1924623" y="19063"/>
                  <a:pt x="1996678" y="15705"/>
                  <a:pt x="1813941" y="27432"/>
                </a:cubicBezTo>
                <a:cubicBezTo>
                  <a:pt x="1631204" y="39159"/>
                  <a:pt x="1187542" y="49167"/>
                  <a:pt x="946404" y="27432"/>
                </a:cubicBezTo>
                <a:cubicBezTo>
                  <a:pt x="705266" y="5697"/>
                  <a:pt x="404743" y="28229"/>
                  <a:pt x="0" y="27432"/>
                </a:cubicBezTo>
                <a:cubicBezTo>
                  <a:pt x="244" y="15297"/>
                  <a:pt x="645" y="7129"/>
                  <a:pt x="0" y="0"/>
                </a:cubicBezTo>
                <a:close/>
              </a:path>
              <a:path w="10515600" h="27432" stroke="0" extrusionOk="0">
                <a:moveTo>
                  <a:pt x="0" y="0"/>
                </a:moveTo>
                <a:cubicBezTo>
                  <a:pt x="230793" y="14353"/>
                  <a:pt x="332416" y="21392"/>
                  <a:pt x="552069" y="0"/>
                </a:cubicBezTo>
                <a:cubicBezTo>
                  <a:pt x="771722" y="-21392"/>
                  <a:pt x="761737" y="-14337"/>
                  <a:pt x="893826" y="0"/>
                </a:cubicBezTo>
                <a:cubicBezTo>
                  <a:pt x="1025915" y="14337"/>
                  <a:pt x="1441584" y="-15498"/>
                  <a:pt x="1761363" y="0"/>
                </a:cubicBezTo>
                <a:cubicBezTo>
                  <a:pt x="2081142" y="15498"/>
                  <a:pt x="2111503" y="7278"/>
                  <a:pt x="2313432" y="0"/>
                </a:cubicBezTo>
                <a:cubicBezTo>
                  <a:pt x="2515361" y="-7278"/>
                  <a:pt x="2743584" y="-17845"/>
                  <a:pt x="2865501" y="0"/>
                </a:cubicBezTo>
                <a:cubicBezTo>
                  <a:pt x="2987418" y="17845"/>
                  <a:pt x="3345183" y="8208"/>
                  <a:pt x="3733038" y="0"/>
                </a:cubicBezTo>
                <a:cubicBezTo>
                  <a:pt x="4120893" y="-8208"/>
                  <a:pt x="4009066" y="-3159"/>
                  <a:pt x="4179951" y="0"/>
                </a:cubicBezTo>
                <a:cubicBezTo>
                  <a:pt x="4350836" y="3159"/>
                  <a:pt x="4735020" y="17517"/>
                  <a:pt x="5047488" y="0"/>
                </a:cubicBezTo>
                <a:cubicBezTo>
                  <a:pt x="5359956" y="-17517"/>
                  <a:pt x="5662148" y="-17777"/>
                  <a:pt x="5915025" y="0"/>
                </a:cubicBezTo>
                <a:cubicBezTo>
                  <a:pt x="6167902" y="17777"/>
                  <a:pt x="6308797" y="30350"/>
                  <a:pt x="6572250" y="0"/>
                </a:cubicBezTo>
                <a:cubicBezTo>
                  <a:pt x="6835703" y="-30350"/>
                  <a:pt x="7107419" y="-9627"/>
                  <a:pt x="7439787" y="0"/>
                </a:cubicBezTo>
                <a:cubicBezTo>
                  <a:pt x="7772155" y="9627"/>
                  <a:pt x="7844034" y="-9098"/>
                  <a:pt x="7991856" y="0"/>
                </a:cubicBezTo>
                <a:cubicBezTo>
                  <a:pt x="8139678" y="9098"/>
                  <a:pt x="8289889" y="-20239"/>
                  <a:pt x="8543925" y="0"/>
                </a:cubicBezTo>
                <a:cubicBezTo>
                  <a:pt x="8797961" y="20239"/>
                  <a:pt x="8994198" y="29575"/>
                  <a:pt x="9306306" y="0"/>
                </a:cubicBezTo>
                <a:cubicBezTo>
                  <a:pt x="9618414" y="-29575"/>
                  <a:pt x="9739118" y="-23835"/>
                  <a:pt x="9858375" y="0"/>
                </a:cubicBezTo>
                <a:cubicBezTo>
                  <a:pt x="9977632" y="23835"/>
                  <a:pt x="10370488" y="-4069"/>
                  <a:pt x="10515600" y="0"/>
                </a:cubicBezTo>
                <a:cubicBezTo>
                  <a:pt x="10515650" y="5798"/>
                  <a:pt x="10515903" y="19375"/>
                  <a:pt x="10515600" y="27432"/>
                </a:cubicBezTo>
                <a:cubicBezTo>
                  <a:pt x="10304538" y="42307"/>
                  <a:pt x="10069280" y="3335"/>
                  <a:pt x="9753219" y="27432"/>
                </a:cubicBezTo>
                <a:cubicBezTo>
                  <a:pt x="9437158" y="51529"/>
                  <a:pt x="9488415" y="23852"/>
                  <a:pt x="9411462" y="27432"/>
                </a:cubicBezTo>
                <a:cubicBezTo>
                  <a:pt x="9334509" y="31012"/>
                  <a:pt x="9183755" y="44107"/>
                  <a:pt x="8964549" y="27432"/>
                </a:cubicBezTo>
                <a:cubicBezTo>
                  <a:pt x="8745343" y="10757"/>
                  <a:pt x="8279150" y="61693"/>
                  <a:pt x="8097012" y="27432"/>
                </a:cubicBezTo>
                <a:cubicBezTo>
                  <a:pt x="7914874" y="-6829"/>
                  <a:pt x="7608717" y="59556"/>
                  <a:pt x="7439787" y="27432"/>
                </a:cubicBezTo>
                <a:cubicBezTo>
                  <a:pt x="7270858" y="-4692"/>
                  <a:pt x="7154492" y="27026"/>
                  <a:pt x="6992874" y="27432"/>
                </a:cubicBezTo>
                <a:cubicBezTo>
                  <a:pt x="6831256" y="27838"/>
                  <a:pt x="6536817" y="51174"/>
                  <a:pt x="6335649" y="27432"/>
                </a:cubicBezTo>
                <a:cubicBezTo>
                  <a:pt x="6134481" y="3690"/>
                  <a:pt x="6097824" y="11070"/>
                  <a:pt x="5993892" y="27432"/>
                </a:cubicBezTo>
                <a:cubicBezTo>
                  <a:pt x="5889960" y="43794"/>
                  <a:pt x="5793821" y="34098"/>
                  <a:pt x="5652135" y="27432"/>
                </a:cubicBezTo>
                <a:cubicBezTo>
                  <a:pt x="5510449" y="20766"/>
                  <a:pt x="5168382" y="-3650"/>
                  <a:pt x="4994910" y="27432"/>
                </a:cubicBezTo>
                <a:cubicBezTo>
                  <a:pt x="4821439" y="58514"/>
                  <a:pt x="4653937" y="21362"/>
                  <a:pt x="4547997" y="27432"/>
                </a:cubicBezTo>
                <a:cubicBezTo>
                  <a:pt x="4442057" y="33502"/>
                  <a:pt x="4153363" y="33024"/>
                  <a:pt x="3785616" y="27432"/>
                </a:cubicBezTo>
                <a:cubicBezTo>
                  <a:pt x="3417869" y="21840"/>
                  <a:pt x="3544908" y="29840"/>
                  <a:pt x="3338703" y="27432"/>
                </a:cubicBezTo>
                <a:cubicBezTo>
                  <a:pt x="3132498" y="25024"/>
                  <a:pt x="2782152" y="45947"/>
                  <a:pt x="2576322" y="27432"/>
                </a:cubicBezTo>
                <a:cubicBezTo>
                  <a:pt x="2370492" y="8917"/>
                  <a:pt x="2347214" y="14129"/>
                  <a:pt x="2234565" y="27432"/>
                </a:cubicBezTo>
                <a:cubicBezTo>
                  <a:pt x="2121916" y="40735"/>
                  <a:pt x="1785921" y="49081"/>
                  <a:pt x="1472184" y="27432"/>
                </a:cubicBezTo>
                <a:cubicBezTo>
                  <a:pt x="1158447" y="5783"/>
                  <a:pt x="1203910" y="37937"/>
                  <a:pt x="1025271" y="27432"/>
                </a:cubicBezTo>
                <a:cubicBezTo>
                  <a:pt x="846632" y="16927"/>
                  <a:pt x="846577" y="17996"/>
                  <a:pt x="683514" y="27432"/>
                </a:cubicBezTo>
                <a:cubicBezTo>
                  <a:pt x="520451" y="36868"/>
                  <a:pt x="320799" y="46677"/>
                  <a:pt x="0" y="27432"/>
                </a:cubicBezTo>
                <a:cubicBezTo>
                  <a:pt x="-510" y="19859"/>
                  <a:pt x="-1106" y="11474"/>
                  <a:pt x="0" y="0"/>
                </a:cubicBezTo>
                <a:close/>
              </a:path>
            </a:pathLst>
          </a:custGeom>
          <a:solidFill>
            <a:schemeClr val="tx1"/>
          </a:solidFill>
          <a:ln w="38100" cap="rnd">
            <a:solidFill>
              <a:schemeClr val="tx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510147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EE9AC0-40CD-4451-BF00-5E2FC7B745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03704" y="1728216"/>
            <a:ext cx="7781544" cy="3392424"/>
          </a:xfrm>
        </p:spPr>
        <p:txBody>
          <a:bodyPr>
            <a:normAutofit/>
          </a:bodyPr>
          <a:lstStyle>
            <a:lvl1pPr algn="ctr">
              <a:defRPr sz="7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6FD9A32-9C83-452B-BC69-CC6E95D3C9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87B83E-E23E-42DE-876D-F55908A97D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61C03A8-D428-4010-B413-13B1E99226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‹nº›</a:t>
            </a:fld>
            <a:endParaRPr lang="en-US"/>
          </a:p>
        </p:txBody>
      </p:sp>
      <p:sp>
        <p:nvSpPr>
          <p:cNvPr id="6" name="Rectangle 6" descr="Tag=AccentColor&#10;Flavor=Light&#10;Target=FillAndLine">
            <a:extLst>
              <a:ext uri="{FF2B5EF4-FFF2-40B4-BE49-F238E27FC236}">
                <a16:creationId xmlns:a16="http://schemas.microsoft.com/office/drawing/2014/main" id="{17F03060-85EC-4182-8C18-C6EE0D373E4B}"/>
              </a:ext>
            </a:extLst>
          </p:cNvPr>
          <p:cNvSpPr/>
          <p:nvPr/>
        </p:nvSpPr>
        <p:spPr>
          <a:xfrm>
            <a:off x="3974206" y="5126892"/>
            <a:ext cx="4243589" cy="27432"/>
          </a:xfrm>
          <a:custGeom>
            <a:avLst/>
            <a:gdLst>
              <a:gd name="connsiteX0" fmla="*/ 0 w 4243589"/>
              <a:gd name="connsiteY0" fmla="*/ 0 h 27432"/>
              <a:gd name="connsiteX1" fmla="*/ 563791 w 4243589"/>
              <a:gd name="connsiteY1" fmla="*/ 0 h 27432"/>
              <a:gd name="connsiteX2" fmla="*/ 1042710 w 4243589"/>
              <a:gd name="connsiteY2" fmla="*/ 0 h 27432"/>
              <a:gd name="connsiteX3" fmla="*/ 1564066 w 4243589"/>
              <a:gd name="connsiteY3" fmla="*/ 0 h 27432"/>
              <a:gd name="connsiteX4" fmla="*/ 2212729 w 4243589"/>
              <a:gd name="connsiteY4" fmla="*/ 0 h 27432"/>
              <a:gd name="connsiteX5" fmla="*/ 2776520 w 4243589"/>
              <a:gd name="connsiteY5" fmla="*/ 0 h 27432"/>
              <a:gd name="connsiteX6" fmla="*/ 3297875 w 4243589"/>
              <a:gd name="connsiteY6" fmla="*/ 0 h 27432"/>
              <a:gd name="connsiteX7" fmla="*/ 4243589 w 4243589"/>
              <a:gd name="connsiteY7" fmla="*/ 0 h 27432"/>
              <a:gd name="connsiteX8" fmla="*/ 4243589 w 4243589"/>
              <a:gd name="connsiteY8" fmla="*/ 27432 h 27432"/>
              <a:gd name="connsiteX9" fmla="*/ 3637362 w 4243589"/>
              <a:gd name="connsiteY9" fmla="*/ 27432 h 27432"/>
              <a:gd name="connsiteX10" fmla="*/ 3116007 w 4243589"/>
              <a:gd name="connsiteY10" fmla="*/ 27432 h 27432"/>
              <a:gd name="connsiteX11" fmla="*/ 2424908 w 4243589"/>
              <a:gd name="connsiteY11" fmla="*/ 27432 h 27432"/>
              <a:gd name="connsiteX12" fmla="*/ 1861117 w 4243589"/>
              <a:gd name="connsiteY12" fmla="*/ 27432 h 27432"/>
              <a:gd name="connsiteX13" fmla="*/ 1382198 w 4243589"/>
              <a:gd name="connsiteY13" fmla="*/ 27432 h 27432"/>
              <a:gd name="connsiteX14" fmla="*/ 733535 w 4243589"/>
              <a:gd name="connsiteY14" fmla="*/ 27432 h 27432"/>
              <a:gd name="connsiteX15" fmla="*/ 0 w 4243589"/>
              <a:gd name="connsiteY15" fmla="*/ 27432 h 27432"/>
              <a:gd name="connsiteX16" fmla="*/ 0 w 4243589"/>
              <a:gd name="connsiteY16" fmla="*/ 0 h 27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43589" h="27432" fill="none" extrusionOk="0">
                <a:moveTo>
                  <a:pt x="0" y="0"/>
                </a:moveTo>
                <a:cubicBezTo>
                  <a:pt x="157351" y="-15653"/>
                  <a:pt x="378877" y="-5828"/>
                  <a:pt x="563791" y="0"/>
                </a:cubicBezTo>
                <a:cubicBezTo>
                  <a:pt x="748705" y="5828"/>
                  <a:pt x="905659" y="-5525"/>
                  <a:pt x="1042710" y="0"/>
                </a:cubicBezTo>
                <a:cubicBezTo>
                  <a:pt x="1179761" y="5525"/>
                  <a:pt x="1356845" y="-21288"/>
                  <a:pt x="1564066" y="0"/>
                </a:cubicBezTo>
                <a:cubicBezTo>
                  <a:pt x="1771287" y="21288"/>
                  <a:pt x="1912099" y="25135"/>
                  <a:pt x="2212729" y="0"/>
                </a:cubicBezTo>
                <a:cubicBezTo>
                  <a:pt x="2513359" y="-25135"/>
                  <a:pt x="2514918" y="-27119"/>
                  <a:pt x="2776520" y="0"/>
                </a:cubicBezTo>
                <a:cubicBezTo>
                  <a:pt x="3038122" y="27119"/>
                  <a:pt x="3178771" y="18116"/>
                  <a:pt x="3297875" y="0"/>
                </a:cubicBezTo>
                <a:cubicBezTo>
                  <a:pt x="3416980" y="-18116"/>
                  <a:pt x="4012240" y="-40869"/>
                  <a:pt x="4243589" y="0"/>
                </a:cubicBezTo>
                <a:cubicBezTo>
                  <a:pt x="4242616" y="8304"/>
                  <a:pt x="4243111" y="21512"/>
                  <a:pt x="4243589" y="27432"/>
                </a:cubicBezTo>
                <a:cubicBezTo>
                  <a:pt x="4112949" y="6289"/>
                  <a:pt x="3928037" y="10975"/>
                  <a:pt x="3637362" y="27432"/>
                </a:cubicBezTo>
                <a:cubicBezTo>
                  <a:pt x="3346687" y="43889"/>
                  <a:pt x="3254446" y="35813"/>
                  <a:pt x="3116007" y="27432"/>
                </a:cubicBezTo>
                <a:cubicBezTo>
                  <a:pt x="2977569" y="19051"/>
                  <a:pt x="2620228" y="38017"/>
                  <a:pt x="2424908" y="27432"/>
                </a:cubicBezTo>
                <a:cubicBezTo>
                  <a:pt x="2229588" y="16847"/>
                  <a:pt x="2088287" y="5290"/>
                  <a:pt x="1861117" y="27432"/>
                </a:cubicBezTo>
                <a:cubicBezTo>
                  <a:pt x="1633947" y="49574"/>
                  <a:pt x="1502447" y="8273"/>
                  <a:pt x="1382198" y="27432"/>
                </a:cubicBezTo>
                <a:cubicBezTo>
                  <a:pt x="1261949" y="46591"/>
                  <a:pt x="1045440" y="37497"/>
                  <a:pt x="733535" y="27432"/>
                </a:cubicBezTo>
                <a:cubicBezTo>
                  <a:pt x="421630" y="17367"/>
                  <a:pt x="341257" y="-9215"/>
                  <a:pt x="0" y="27432"/>
                </a:cubicBezTo>
                <a:cubicBezTo>
                  <a:pt x="-1048" y="14992"/>
                  <a:pt x="-1120" y="7447"/>
                  <a:pt x="0" y="0"/>
                </a:cubicBezTo>
                <a:close/>
              </a:path>
              <a:path w="4243589" h="27432" stroke="0" extrusionOk="0">
                <a:moveTo>
                  <a:pt x="0" y="0"/>
                </a:moveTo>
                <a:cubicBezTo>
                  <a:pt x="128164" y="17204"/>
                  <a:pt x="312653" y="1129"/>
                  <a:pt x="563791" y="0"/>
                </a:cubicBezTo>
                <a:cubicBezTo>
                  <a:pt x="814929" y="-1129"/>
                  <a:pt x="837271" y="8503"/>
                  <a:pt x="1042710" y="0"/>
                </a:cubicBezTo>
                <a:cubicBezTo>
                  <a:pt x="1248149" y="-8503"/>
                  <a:pt x="1588432" y="-28862"/>
                  <a:pt x="1733809" y="0"/>
                </a:cubicBezTo>
                <a:cubicBezTo>
                  <a:pt x="1879186" y="28862"/>
                  <a:pt x="2052815" y="5974"/>
                  <a:pt x="2297600" y="0"/>
                </a:cubicBezTo>
                <a:cubicBezTo>
                  <a:pt x="2542385" y="-5974"/>
                  <a:pt x="2699960" y="-23550"/>
                  <a:pt x="2861391" y="0"/>
                </a:cubicBezTo>
                <a:cubicBezTo>
                  <a:pt x="3022822" y="23550"/>
                  <a:pt x="3390411" y="25272"/>
                  <a:pt x="3552490" y="0"/>
                </a:cubicBezTo>
                <a:cubicBezTo>
                  <a:pt x="3714569" y="-25272"/>
                  <a:pt x="3950585" y="-31327"/>
                  <a:pt x="4243589" y="0"/>
                </a:cubicBezTo>
                <a:cubicBezTo>
                  <a:pt x="4244074" y="9333"/>
                  <a:pt x="4244867" y="19699"/>
                  <a:pt x="4243589" y="27432"/>
                </a:cubicBezTo>
                <a:cubicBezTo>
                  <a:pt x="4130424" y="7904"/>
                  <a:pt x="3932803" y="51393"/>
                  <a:pt x="3722234" y="27432"/>
                </a:cubicBezTo>
                <a:cubicBezTo>
                  <a:pt x="3511665" y="3471"/>
                  <a:pt x="3269903" y="55138"/>
                  <a:pt x="3116007" y="27432"/>
                </a:cubicBezTo>
                <a:cubicBezTo>
                  <a:pt x="2962111" y="-274"/>
                  <a:pt x="2744280" y="32368"/>
                  <a:pt x="2509780" y="27432"/>
                </a:cubicBezTo>
                <a:cubicBezTo>
                  <a:pt x="2275280" y="22496"/>
                  <a:pt x="2066059" y="52808"/>
                  <a:pt x="1945989" y="27432"/>
                </a:cubicBezTo>
                <a:cubicBezTo>
                  <a:pt x="1825919" y="2056"/>
                  <a:pt x="1407329" y="21760"/>
                  <a:pt x="1254890" y="27432"/>
                </a:cubicBezTo>
                <a:cubicBezTo>
                  <a:pt x="1102451" y="33104"/>
                  <a:pt x="837950" y="40817"/>
                  <a:pt x="563791" y="27432"/>
                </a:cubicBezTo>
                <a:cubicBezTo>
                  <a:pt x="289632" y="14047"/>
                  <a:pt x="132768" y="16249"/>
                  <a:pt x="0" y="27432"/>
                </a:cubicBezTo>
                <a:cubicBezTo>
                  <a:pt x="211" y="18145"/>
                  <a:pt x="120" y="6480"/>
                  <a:pt x="0" y="0"/>
                </a:cubicBezTo>
                <a:close/>
              </a:path>
            </a:pathLst>
          </a:custGeom>
          <a:solidFill>
            <a:schemeClr val="tx1"/>
          </a:solidFill>
          <a:ln w="38100" cap="rnd">
            <a:solidFill>
              <a:schemeClr val="tx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034131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72816A0-77C4-4A3F-87BD-A7321E3C84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5FC3464-F026-4C77-9441-55ECA5054D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7D9257-BADE-4D0B-AF0B-D09FE95FA0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44672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A1C48E-F751-45A2-9010-208B81EDBE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3429000"/>
          </a:xfrm>
        </p:spPr>
        <p:txBody>
          <a:bodyPr anchor="b">
            <a:normAutofit/>
          </a:bodyPr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D501F6-8430-4758-8636-74D68E990E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03520" y="548640"/>
            <a:ext cx="6053328" cy="5431536"/>
          </a:xfrm>
        </p:spPr>
        <p:txBody>
          <a:bodyPr anchor="ctr"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E79DC39-A29C-494C-98B6-999746C5F3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3977640"/>
            <a:ext cx="3932237" cy="2002536"/>
          </a:xfrm>
        </p:spPr>
        <p:txBody>
          <a:bodyPr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84C988-A6DB-469A-B8AA-31866F36E8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2BC39C3-81EB-4828-9AD3-2F1FAC521E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59376C-9810-49A5-BC9A-4E6A021752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‹nº›</a:t>
            </a:fld>
            <a:endParaRPr lang="en-US"/>
          </a:p>
        </p:txBody>
      </p:sp>
      <p:sp>
        <p:nvSpPr>
          <p:cNvPr id="8" name="Rectangle 6" descr="Tag=AccentColor&#10;Flavor=Light&#10;Target=FillAndLine">
            <a:extLst>
              <a:ext uri="{FF2B5EF4-FFF2-40B4-BE49-F238E27FC236}">
                <a16:creationId xmlns:a16="http://schemas.microsoft.com/office/drawing/2014/main" id="{B9F96F3A-E64D-4401-B02C-BCD5CAA97CFF}"/>
              </a:ext>
            </a:extLst>
          </p:cNvPr>
          <p:cNvSpPr/>
          <p:nvPr/>
        </p:nvSpPr>
        <p:spPr>
          <a:xfrm rot="5400000">
            <a:off x="2797492" y="3254143"/>
            <a:ext cx="4480560" cy="27432"/>
          </a:xfrm>
          <a:custGeom>
            <a:avLst/>
            <a:gdLst>
              <a:gd name="connsiteX0" fmla="*/ 0 w 4480560"/>
              <a:gd name="connsiteY0" fmla="*/ 0 h 27432"/>
              <a:gd name="connsiteX1" fmla="*/ 595274 w 4480560"/>
              <a:gd name="connsiteY1" fmla="*/ 0 h 27432"/>
              <a:gd name="connsiteX2" fmla="*/ 1100938 w 4480560"/>
              <a:gd name="connsiteY2" fmla="*/ 0 h 27432"/>
              <a:gd name="connsiteX3" fmla="*/ 1651406 w 4480560"/>
              <a:gd name="connsiteY3" fmla="*/ 0 h 27432"/>
              <a:gd name="connsiteX4" fmla="*/ 2336292 w 4480560"/>
              <a:gd name="connsiteY4" fmla="*/ 0 h 27432"/>
              <a:gd name="connsiteX5" fmla="*/ 2931566 w 4480560"/>
              <a:gd name="connsiteY5" fmla="*/ 0 h 27432"/>
              <a:gd name="connsiteX6" fmla="*/ 3482035 w 4480560"/>
              <a:gd name="connsiteY6" fmla="*/ 0 h 27432"/>
              <a:gd name="connsiteX7" fmla="*/ 4480560 w 4480560"/>
              <a:gd name="connsiteY7" fmla="*/ 0 h 27432"/>
              <a:gd name="connsiteX8" fmla="*/ 4480560 w 4480560"/>
              <a:gd name="connsiteY8" fmla="*/ 27432 h 27432"/>
              <a:gd name="connsiteX9" fmla="*/ 3840480 w 4480560"/>
              <a:gd name="connsiteY9" fmla="*/ 27432 h 27432"/>
              <a:gd name="connsiteX10" fmla="*/ 3290011 w 4480560"/>
              <a:gd name="connsiteY10" fmla="*/ 27432 h 27432"/>
              <a:gd name="connsiteX11" fmla="*/ 2560320 w 4480560"/>
              <a:gd name="connsiteY11" fmla="*/ 27432 h 27432"/>
              <a:gd name="connsiteX12" fmla="*/ 1965046 w 4480560"/>
              <a:gd name="connsiteY12" fmla="*/ 27432 h 27432"/>
              <a:gd name="connsiteX13" fmla="*/ 1459382 w 4480560"/>
              <a:gd name="connsiteY13" fmla="*/ 27432 h 27432"/>
              <a:gd name="connsiteX14" fmla="*/ 774497 w 4480560"/>
              <a:gd name="connsiteY14" fmla="*/ 27432 h 27432"/>
              <a:gd name="connsiteX15" fmla="*/ 0 w 4480560"/>
              <a:gd name="connsiteY15" fmla="*/ 27432 h 27432"/>
              <a:gd name="connsiteX16" fmla="*/ 0 w 4480560"/>
              <a:gd name="connsiteY16" fmla="*/ 0 h 27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480560" h="27432" fill="none" extrusionOk="0">
                <a:moveTo>
                  <a:pt x="0" y="0"/>
                </a:moveTo>
                <a:cubicBezTo>
                  <a:pt x="267821" y="8731"/>
                  <a:pt x="334105" y="2629"/>
                  <a:pt x="595274" y="0"/>
                </a:cubicBezTo>
                <a:cubicBezTo>
                  <a:pt x="856443" y="-2629"/>
                  <a:pt x="863808" y="-13353"/>
                  <a:pt x="1100938" y="0"/>
                </a:cubicBezTo>
                <a:cubicBezTo>
                  <a:pt x="1338068" y="13353"/>
                  <a:pt x="1431663" y="-25862"/>
                  <a:pt x="1651406" y="0"/>
                </a:cubicBezTo>
                <a:cubicBezTo>
                  <a:pt x="1871149" y="25862"/>
                  <a:pt x="2173163" y="23827"/>
                  <a:pt x="2336292" y="0"/>
                </a:cubicBezTo>
                <a:cubicBezTo>
                  <a:pt x="2499421" y="-23827"/>
                  <a:pt x="2720589" y="28148"/>
                  <a:pt x="2931566" y="0"/>
                </a:cubicBezTo>
                <a:cubicBezTo>
                  <a:pt x="3142543" y="-28148"/>
                  <a:pt x="3323630" y="27022"/>
                  <a:pt x="3482035" y="0"/>
                </a:cubicBezTo>
                <a:cubicBezTo>
                  <a:pt x="3640440" y="-27022"/>
                  <a:pt x="4012110" y="-20118"/>
                  <a:pt x="4480560" y="0"/>
                </a:cubicBezTo>
                <a:cubicBezTo>
                  <a:pt x="4479587" y="8304"/>
                  <a:pt x="4480082" y="21512"/>
                  <a:pt x="4480560" y="27432"/>
                </a:cubicBezTo>
                <a:cubicBezTo>
                  <a:pt x="4314132" y="24068"/>
                  <a:pt x="4028383" y="45776"/>
                  <a:pt x="3840480" y="27432"/>
                </a:cubicBezTo>
                <a:cubicBezTo>
                  <a:pt x="3652577" y="9088"/>
                  <a:pt x="3547615" y="11992"/>
                  <a:pt x="3290011" y="27432"/>
                </a:cubicBezTo>
                <a:cubicBezTo>
                  <a:pt x="3032407" y="42872"/>
                  <a:pt x="2830268" y="17863"/>
                  <a:pt x="2560320" y="27432"/>
                </a:cubicBezTo>
                <a:cubicBezTo>
                  <a:pt x="2290372" y="37001"/>
                  <a:pt x="2147422" y="15872"/>
                  <a:pt x="1965046" y="27432"/>
                </a:cubicBezTo>
                <a:cubicBezTo>
                  <a:pt x="1782670" y="38992"/>
                  <a:pt x="1689791" y="49824"/>
                  <a:pt x="1459382" y="27432"/>
                </a:cubicBezTo>
                <a:cubicBezTo>
                  <a:pt x="1228973" y="5040"/>
                  <a:pt x="915486" y="45645"/>
                  <a:pt x="774497" y="27432"/>
                </a:cubicBezTo>
                <a:cubicBezTo>
                  <a:pt x="633508" y="9219"/>
                  <a:pt x="361442" y="-1963"/>
                  <a:pt x="0" y="27432"/>
                </a:cubicBezTo>
                <a:cubicBezTo>
                  <a:pt x="-1048" y="14992"/>
                  <a:pt x="-1120" y="7447"/>
                  <a:pt x="0" y="0"/>
                </a:cubicBezTo>
                <a:close/>
              </a:path>
              <a:path w="4480560" h="27432" stroke="0" extrusionOk="0">
                <a:moveTo>
                  <a:pt x="0" y="0"/>
                </a:moveTo>
                <a:cubicBezTo>
                  <a:pt x="285465" y="225"/>
                  <a:pt x="322691" y="16223"/>
                  <a:pt x="595274" y="0"/>
                </a:cubicBezTo>
                <a:cubicBezTo>
                  <a:pt x="867857" y="-16223"/>
                  <a:pt x="989129" y="-11242"/>
                  <a:pt x="1100938" y="0"/>
                </a:cubicBezTo>
                <a:cubicBezTo>
                  <a:pt x="1212747" y="11242"/>
                  <a:pt x="1574350" y="-36410"/>
                  <a:pt x="1830629" y="0"/>
                </a:cubicBezTo>
                <a:cubicBezTo>
                  <a:pt x="2086908" y="36410"/>
                  <a:pt x="2180922" y="4645"/>
                  <a:pt x="2425903" y="0"/>
                </a:cubicBezTo>
                <a:cubicBezTo>
                  <a:pt x="2670884" y="-4645"/>
                  <a:pt x="2782024" y="22929"/>
                  <a:pt x="3021178" y="0"/>
                </a:cubicBezTo>
                <a:cubicBezTo>
                  <a:pt x="3260332" y="-22929"/>
                  <a:pt x="3456982" y="-1586"/>
                  <a:pt x="3750869" y="0"/>
                </a:cubicBezTo>
                <a:cubicBezTo>
                  <a:pt x="4044756" y="1586"/>
                  <a:pt x="4302726" y="17043"/>
                  <a:pt x="4480560" y="0"/>
                </a:cubicBezTo>
                <a:cubicBezTo>
                  <a:pt x="4481045" y="9333"/>
                  <a:pt x="4481838" y="19699"/>
                  <a:pt x="4480560" y="27432"/>
                </a:cubicBezTo>
                <a:cubicBezTo>
                  <a:pt x="4279652" y="2294"/>
                  <a:pt x="4200762" y="50710"/>
                  <a:pt x="3930091" y="27432"/>
                </a:cubicBezTo>
                <a:cubicBezTo>
                  <a:pt x="3659420" y="4154"/>
                  <a:pt x="3456052" y="31438"/>
                  <a:pt x="3290011" y="27432"/>
                </a:cubicBezTo>
                <a:cubicBezTo>
                  <a:pt x="3123970" y="23426"/>
                  <a:pt x="2882392" y="41962"/>
                  <a:pt x="2649931" y="27432"/>
                </a:cubicBezTo>
                <a:cubicBezTo>
                  <a:pt x="2417470" y="12902"/>
                  <a:pt x="2238426" y="16481"/>
                  <a:pt x="2054657" y="27432"/>
                </a:cubicBezTo>
                <a:cubicBezTo>
                  <a:pt x="1870888" y="38383"/>
                  <a:pt x="1566368" y="54184"/>
                  <a:pt x="1324966" y="27432"/>
                </a:cubicBezTo>
                <a:cubicBezTo>
                  <a:pt x="1083564" y="680"/>
                  <a:pt x="787410" y="20090"/>
                  <a:pt x="595274" y="27432"/>
                </a:cubicBezTo>
                <a:cubicBezTo>
                  <a:pt x="403138" y="34774"/>
                  <a:pt x="169622" y="19643"/>
                  <a:pt x="0" y="27432"/>
                </a:cubicBezTo>
                <a:cubicBezTo>
                  <a:pt x="211" y="18145"/>
                  <a:pt x="120" y="6480"/>
                  <a:pt x="0" y="0"/>
                </a:cubicBezTo>
                <a:close/>
              </a:path>
            </a:pathLst>
          </a:custGeom>
          <a:solidFill>
            <a:schemeClr val="tx1"/>
          </a:solidFill>
          <a:ln w="44450" cap="rnd">
            <a:solidFill>
              <a:schemeClr val="tx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89356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237704-80BD-41B0-8395-41618EC3AF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1920" cy="3429000"/>
          </a:xfrm>
        </p:spPr>
        <p:txBody>
          <a:bodyPr anchor="b">
            <a:normAutofit/>
          </a:bodyPr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4DA4032-EC66-4974-BD30-898B60E4B56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303520" y="548640"/>
            <a:ext cx="6053328" cy="543153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21802D0-5574-4631-BA49-92362F8E40D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3977640"/>
            <a:ext cx="3931920" cy="2002536"/>
          </a:xfrm>
        </p:spPr>
        <p:txBody>
          <a:bodyPr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62C2F5B-DDDD-4E64-94A9-99E46F4B06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4FA8D36-8865-48E7-8249-ED729A5F70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30F98C3-0B62-4361-8408-A01F70807C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‹nº›</a:t>
            </a:fld>
            <a:endParaRPr lang="en-US"/>
          </a:p>
        </p:txBody>
      </p:sp>
      <p:sp>
        <p:nvSpPr>
          <p:cNvPr id="8" name="Rectangle 6" descr="Tag=AccentColor&#10;Flavor=Light&#10;Target=FillAndLine">
            <a:extLst>
              <a:ext uri="{FF2B5EF4-FFF2-40B4-BE49-F238E27FC236}">
                <a16:creationId xmlns:a16="http://schemas.microsoft.com/office/drawing/2014/main" id="{FE511AB6-FEAF-4549-BA88-0764BD10B63D}"/>
              </a:ext>
            </a:extLst>
          </p:cNvPr>
          <p:cNvSpPr/>
          <p:nvPr/>
        </p:nvSpPr>
        <p:spPr>
          <a:xfrm rot="5400000">
            <a:off x="2798064" y="3254143"/>
            <a:ext cx="4480560" cy="27432"/>
          </a:xfrm>
          <a:custGeom>
            <a:avLst/>
            <a:gdLst>
              <a:gd name="connsiteX0" fmla="*/ 0 w 4480560"/>
              <a:gd name="connsiteY0" fmla="*/ 0 h 27432"/>
              <a:gd name="connsiteX1" fmla="*/ 595274 w 4480560"/>
              <a:gd name="connsiteY1" fmla="*/ 0 h 27432"/>
              <a:gd name="connsiteX2" fmla="*/ 1100938 w 4480560"/>
              <a:gd name="connsiteY2" fmla="*/ 0 h 27432"/>
              <a:gd name="connsiteX3" fmla="*/ 1651406 w 4480560"/>
              <a:gd name="connsiteY3" fmla="*/ 0 h 27432"/>
              <a:gd name="connsiteX4" fmla="*/ 2336292 w 4480560"/>
              <a:gd name="connsiteY4" fmla="*/ 0 h 27432"/>
              <a:gd name="connsiteX5" fmla="*/ 2931566 w 4480560"/>
              <a:gd name="connsiteY5" fmla="*/ 0 h 27432"/>
              <a:gd name="connsiteX6" fmla="*/ 3482035 w 4480560"/>
              <a:gd name="connsiteY6" fmla="*/ 0 h 27432"/>
              <a:gd name="connsiteX7" fmla="*/ 4480560 w 4480560"/>
              <a:gd name="connsiteY7" fmla="*/ 0 h 27432"/>
              <a:gd name="connsiteX8" fmla="*/ 4480560 w 4480560"/>
              <a:gd name="connsiteY8" fmla="*/ 27432 h 27432"/>
              <a:gd name="connsiteX9" fmla="*/ 3840480 w 4480560"/>
              <a:gd name="connsiteY9" fmla="*/ 27432 h 27432"/>
              <a:gd name="connsiteX10" fmla="*/ 3290011 w 4480560"/>
              <a:gd name="connsiteY10" fmla="*/ 27432 h 27432"/>
              <a:gd name="connsiteX11" fmla="*/ 2560320 w 4480560"/>
              <a:gd name="connsiteY11" fmla="*/ 27432 h 27432"/>
              <a:gd name="connsiteX12" fmla="*/ 1965046 w 4480560"/>
              <a:gd name="connsiteY12" fmla="*/ 27432 h 27432"/>
              <a:gd name="connsiteX13" fmla="*/ 1459382 w 4480560"/>
              <a:gd name="connsiteY13" fmla="*/ 27432 h 27432"/>
              <a:gd name="connsiteX14" fmla="*/ 774497 w 4480560"/>
              <a:gd name="connsiteY14" fmla="*/ 27432 h 27432"/>
              <a:gd name="connsiteX15" fmla="*/ 0 w 4480560"/>
              <a:gd name="connsiteY15" fmla="*/ 27432 h 27432"/>
              <a:gd name="connsiteX16" fmla="*/ 0 w 4480560"/>
              <a:gd name="connsiteY16" fmla="*/ 0 h 27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480560" h="27432" fill="none" extrusionOk="0">
                <a:moveTo>
                  <a:pt x="0" y="0"/>
                </a:moveTo>
                <a:cubicBezTo>
                  <a:pt x="267821" y="8731"/>
                  <a:pt x="334105" y="2629"/>
                  <a:pt x="595274" y="0"/>
                </a:cubicBezTo>
                <a:cubicBezTo>
                  <a:pt x="856443" y="-2629"/>
                  <a:pt x="863808" y="-13353"/>
                  <a:pt x="1100938" y="0"/>
                </a:cubicBezTo>
                <a:cubicBezTo>
                  <a:pt x="1338068" y="13353"/>
                  <a:pt x="1431663" y="-25862"/>
                  <a:pt x="1651406" y="0"/>
                </a:cubicBezTo>
                <a:cubicBezTo>
                  <a:pt x="1871149" y="25862"/>
                  <a:pt x="2173163" y="23827"/>
                  <a:pt x="2336292" y="0"/>
                </a:cubicBezTo>
                <a:cubicBezTo>
                  <a:pt x="2499421" y="-23827"/>
                  <a:pt x="2720589" y="28148"/>
                  <a:pt x="2931566" y="0"/>
                </a:cubicBezTo>
                <a:cubicBezTo>
                  <a:pt x="3142543" y="-28148"/>
                  <a:pt x="3323630" y="27022"/>
                  <a:pt x="3482035" y="0"/>
                </a:cubicBezTo>
                <a:cubicBezTo>
                  <a:pt x="3640440" y="-27022"/>
                  <a:pt x="4012110" y="-20118"/>
                  <a:pt x="4480560" y="0"/>
                </a:cubicBezTo>
                <a:cubicBezTo>
                  <a:pt x="4479587" y="8304"/>
                  <a:pt x="4480082" y="21512"/>
                  <a:pt x="4480560" y="27432"/>
                </a:cubicBezTo>
                <a:cubicBezTo>
                  <a:pt x="4314132" y="24068"/>
                  <a:pt x="4028383" y="45776"/>
                  <a:pt x="3840480" y="27432"/>
                </a:cubicBezTo>
                <a:cubicBezTo>
                  <a:pt x="3652577" y="9088"/>
                  <a:pt x="3547615" y="11992"/>
                  <a:pt x="3290011" y="27432"/>
                </a:cubicBezTo>
                <a:cubicBezTo>
                  <a:pt x="3032407" y="42872"/>
                  <a:pt x="2830268" y="17863"/>
                  <a:pt x="2560320" y="27432"/>
                </a:cubicBezTo>
                <a:cubicBezTo>
                  <a:pt x="2290372" y="37001"/>
                  <a:pt x="2147422" y="15872"/>
                  <a:pt x="1965046" y="27432"/>
                </a:cubicBezTo>
                <a:cubicBezTo>
                  <a:pt x="1782670" y="38992"/>
                  <a:pt x="1689791" y="49824"/>
                  <a:pt x="1459382" y="27432"/>
                </a:cubicBezTo>
                <a:cubicBezTo>
                  <a:pt x="1228973" y="5040"/>
                  <a:pt x="915486" y="45645"/>
                  <a:pt x="774497" y="27432"/>
                </a:cubicBezTo>
                <a:cubicBezTo>
                  <a:pt x="633508" y="9219"/>
                  <a:pt x="361442" y="-1963"/>
                  <a:pt x="0" y="27432"/>
                </a:cubicBezTo>
                <a:cubicBezTo>
                  <a:pt x="-1048" y="14992"/>
                  <a:pt x="-1120" y="7447"/>
                  <a:pt x="0" y="0"/>
                </a:cubicBezTo>
                <a:close/>
              </a:path>
              <a:path w="4480560" h="27432" stroke="0" extrusionOk="0">
                <a:moveTo>
                  <a:pt x="0" y="0"/>
                </a:moveTo>
                <a:cubicBezTo>
                  <a:pt x="285465" y="225"/>
                  <a:pt x="322691" y="16223"/>
                  <a:pt x="595274" y="0"/>
                </a:cubicBezTo>
                <a:cubicBezTo>
                  <a:pt x="867857" y="-16223"/>
                  <a:pt x="989129" y="-11242"/>
                  <a:pt x="1100938" y="0"/>
                </a:cubicBezTo>
                <a:cubicBezTo>
                  <a:pt x="1212747" y="11242"/>
                  <a:pt x="1574350" y="-36410"/>
                  <a:pt x="1830629" y="0"/>
                </a:cubicBezTo>
                <a:cubicBezTo>
                  <a:pt x="2086908" y="36410"/>
                  <a:pt x="2180922" y="4645"/>
                  <a:pt x="2425903" y="0"/>
                </a:cubicBezTo>
                <a:cubicBezTo>
                  <a:pt x="2670884" y="-4645"/>
                  <a:pt x="2782024" y="22929"/>
                  <a:pt x="3021178" y="0"/>
                </a:cubicBezTo>
                <a:cubicBezTo>
                  <a:pt x="3260332" y="-22929"/>
                  <a:pt x="3456982" y="-1586"/>
                  <a:pt x="3750869" y="0"/>
                </a:cubicBezTo>
                <a:cubicBezTo>
                  <a:pt x="4044756" y="1586"/>
                  <a:pt x="4302726" y="17043"/>
                  <a:pt x="4480560" y="0"/>
                </a:cubicBezTo>
                <a:cubicBezTo>
                  <a:pt x="4481045" y="9333"/>
                  <a:pt x="4481838" y="19699"/>
                  <a:pt x="4480560" y="27432"/>
                </a:cubicBezTo>
                <a:cubicBezTo>
                  <a:pt x="4279652" y="2294"/>
                  <a:pt x="4200762" y="50710"/>
                  <a:pt x="3930091" y="27432"/>
                </a:cubicBezTo>
                <a:cubicBezTo>
                  <a:pt x="3659420" y="4154"/>
                  <a:pt x="3456052" y="31438"/>
                  <a:pt x="3290011" y="27432"/>
                </a:cubicBezTo>
                <a:cubicBezTo>
                  <a:pt x="3123970" y="23426"/>
                  <a:pt x="2882392" y="41962"/>
                  <a:pt x="2649931" y="27432"/>
                </a:cubicBezTo>
                <a:cubicBezTo>
                  <a:pt x="2417470" y="12902"/>
                  <a:pt x="2238426" y="16481"/>
                  <a:pt x="2054657" y="27432"/>
                </a:cubicBezTo>
                <a:cubicBezTo>
                  <a:pt x="1870888" y="38383"/>
                  <a:pt x="1566368" y="54184"/>
                  <a:pt x="1324966" y="27432"/>
                </a:cubicBezTo>
                <a:cubicBezTo>
                  <a:pt x="1083564" y="680"/>
                  <a:pt x="787410" y="20090"/>
                  <a:pt x="595274" y="27432"/>
                </a:cubicBezTo>
                <a:cubicBezTo>
                  <a:pt x="403138" y="34774"/>
                  <a:pt x="169622" y="19643"/>
                  <a:pt x="0" y="27432"/>
                </a:cubicBezTo>
                <a:cubicBezTo>
                  <a:pt x="211" y="18145"/>
                  <a:pt x="120" y="6480"/>
                  <a:pt x="0" y="0"/>
                </a:cubicBezTo>
                <a:close/>
              </a:path>
            </a:pathLst>
          </a:custGeom>
          <a:solidFill>
            <a:schemeClr val="tx1"/>
          </a:solidFill>
          <a:ln w="44450" cap="rnd">
            <a:solidFill>
              <a:schemeClr val="tx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0099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07CF8D-FF51-4FD8-B968-A2C8507347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661A953-02EA-491B-A215-AF8420D74D3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084D1E-BC98-44E4-8D2C-89CCDC2933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3019EB-9C2B-4833-B72A-1476941597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F6E764-5688-45F5-94ED-A7357D2F56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12192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20E3CB6-3025-40BF-A04B-A7B0CB4C01F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EDD5CB3-8B24-48C7-89D3-8DCAD36A45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0BC931-E2BF-4C1D-91AA-89F82F8268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48A135-AEE9-4483-957E-3D143318DD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8DEFD4-A052-46B3-B2AE-F3091D8A2F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71637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F72D13B-FFCB-4650-AD3C-CB50373525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CA9470-DF15-46A1-BF0E-8A5367A4B0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3047CB-E94D-482F-BACA-681E96C0EC2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345051-2045-45DA-935E-2E3CA1A69ADC}" type="datetimeFigureOut">
              <a:rPr lang="en-US" smtClean="0"/>
              <a:t>9/30/2026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FDA4B5-E797-42FC-8B7A-2294DF24A3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8ED201-6D0E-422C-B4EC-566A3DC2980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CD31F4-64FA-4BA0-9498-67783267A8C8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02025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7" r:id="rId1"/>
    <p:sldLayoutId id="2147483748" r:id="rId2"/>
    <p:sldLayoutId id="2147483749" r:id="rId3"/>
    <p:sldLayoutId id="2147483750" r:id="rId4"/>
    <p:sldLayoutId id="2147483751" r:id="rId5"/>
    <p:sldLayoutId id="2147483745" r:id="rId6"/>
    <p:sldLayoutId id="2147483741" r:id="rId7"/>
    <p:sldLayoutId id="2147483742" r:id="rId8"/>
    <p:sldLayoutId id="2147483743" r:id="rId9"/>
    <p:sldLayoutId id="2147483744" r:id="rId10"/>
    <p:sldLayoutId id="2147483746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ptrans.com.br/desenvolvedores/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237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8A95209C-5275-4E15-8EA7-7F42980ABF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D7775DE2-154B-B908-DB11-42F25C12818D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</a:blip>
          <a:srcRect r="25"/>
          <a:stretch>
            <a:fillRect/>
          </a:stretch>
        </p:blipFill>
        <p:spPr>
          <a:xfrm>
            <a:off x="20" y="10"/>
            <a:ext cx="12188931" cy="685799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3C314397-4973-BAD4-946D-0ABB39944AF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7048" y="1124712"/>
            <a:ext cx="9144000" cy="3063240"/>
          </a:xfrm>
        </p:spPr>
        <p:txBody>
          <a:bodyPr>
            <a:normAutofit/>
          </a:bodyPr>
          <a:lstStyle/>
          <a:p>
            <a:pPr algn="ctr">
              <a:lnSpc>
                <a:spcPct val="90000"/>
              </a:lnSpc>
            </a:pPr>
            <a:r>
              <a:rPr lang="pt-BR" sz="6700" b="1" dirty="0">
                <a:latin typeface="Roboto" pitchFamily="2" charset="0"/>
                <a:ea typeface="Roboto" pitchFamily="2" charset="0"/>
              </a:rPr>
              <a:t>Mapeador de rotas de ônibus acessíveis em SP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67D7EA2-C22F-7FB1-2321-2E80698B43D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7048" y="4599432"/>
            <a:ext cx="9144000" cy="1227520"/>
          </a:xfrm>
        </p:spPr>
        <p:txBody>
          <a:bodyPr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pt-BR" sz="1800" dirty="0">
                <a:latin typeface="Segoe UI" panose="020B0502040204020203" pitchFamily="34" charset="0"/>
                <a:cs typeface="Segoe UI" panose="020B0502040204020203" pitchFamily="34" charset="0"/>
              </a:rPr>
              <a:t>David Mendes 		RA10791596</a:t>
            </a:r>
          </a:p>
          <a:p>
            <a:pPr algn="ctr">
              <a:lnSpc>
                <a:spcPct val="100000"/>
              </a:lnSpc>
            </a:pPr>
            <a:r>
              <a:rPr lang="pt-BR" sz="1800" dirty="0">
                <a:latin typeface="Segoe UI" panose="020B0502040204020203" pitchFamily="34" charset="0"/>
                <a:cs typeface="Segoe UI" panose="020B0502040204020203" pitchFamily="34" charset="0"/>
              </a:rPr>
              <a:t>Teoria dos Grafos</a:t>
            </a:r>
          </a:p>
          <a:p>
            <a:pPr algn="ctr">
              <a:lnSpc>
                <a:spcPct val="100000"/>
              </a:lnSpc>
            </a:pPr>
            <a:r>
              <a:rPr lang="pt-BR" sz="1800" dirty="0">
                <a:latin typeface="Segoe UI" panose="020B0502040204020203" pitchFamily="34" charset="0"/>
                <a:cs typeface="Segoe UI" panose="020B0502040204020203" pitchFamily="34" charset="0"/>
              </a:rPr>
              <a:t>Professor Ivan Oliveira</a:t>
            </a:r>
          </a:p>
        </p:txBody>
      </p:sp>
      <p:sp>
        <p:nvSpPr>
          <p:cNvPr id="18" name="Rectangle 6">
            <a:extLst>
              <a:ext uri="{FF2B5EF4-FFF2-40B4-BE49-F238E27FC236}">
                <a16:creationId xmlns:a16="http://schemas.microsoft.com/office/drawing/2014/main" id="{4F2ED431-E304-4FF0-9F4E-032783C9D6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838200" y="720953"/>
            <a:ext cx="10515600" cy="5416094"/>
          </a:xfrm>
          <a:custGeom>
            <a:avLst/>
            <a:gdLst>
              <a:gd name="connsiteX0" fmla="*/ 0 w 10515600"/>
              <a:gd name="connsiteY0" fmla="*/ 0 h 5416094"/>
              <a:gd name="connsiteX1" fmla="*/ 552069 w 10515600"/>
              <a:gd name="connsiteY1" fmla="*/ 0 h 5416094"/>
              <a:gd name="connsiteX2" fmla="*/ 893826 w 10515600"/>
              <a:gd name="connsiteY2" fmla="*/ 0 h 5416094"/>
              <a:gd name="connsiteX3" fmla="*/ 1761363 w 10515600"/>
              <a:gd name="connsiteY3" fmla="*/ 0 h 5416094"/>
              <a:gd name="connsiteX4" fmla="*/ 2313432 w 10515600"/>
              <a:gd name="connsiteY4" fmla="*/ 0 h 5416094"/>
              <a:gd name="connsiteX5" fmla="*/ 2865501 w 10515600"/>
              <a:gd name="connsiteY5" fmla="*/ 0 h 5416094"/>
              <a:gd name="connsiteX6" fmla="*/ 3733038 w 10515600"/>
              <a:gd name="connsiteY6" fmla="*/ 0 h 5416094"/>
              <a:gd name="connsiteX7" fmla="*/ 4179951 w 10515600"/>
              <a:gd name="connsiteY7" fmla="*/ 0 h 5416094"/>
              <a:gd name="connsiteX8" fmla="*/ 5047488 w 10515600"/>
              <a:gd name="connsiteY8" fmla="*/ 0 h 5416094"/>
              <a:gd name="connsiteX9" fmla="*/ 5915025 w 10515600"/>
              <a:gd name="connsiteY9" fmla="*/ 0 h 5416094"/>
              <a:gd name="connsiteX10" fmla="*/ 6572250 w 10515600"/>
              <a:gd name="connsiteY10" fmla="*/ 0 h 5416094"/>
              <a:gd name="connsiteX11" fmla="*/ 7439787 w 10515600"/>
              <a:gd name="connsiteY11" fmla="*/ 0 h 5416094"/>
              <a:gd name="connsiteX12" fmla="*/ 7991856 w 10515600"/>
              <a:gd name="connsiteY12" fmla="*/ 0 h 5416094"/>
              <a:gd name="connsiteX13" fmla="*/ 8543925 w 10515600"/>
              <a:gd name="connsiteY13" fmla="*/ 0 h 5416094"/>
              <a:gd name="connsiteX14" fmla="*/ 9306306 w 10515600"/>
              <a:gd name="connsiteY14" fmla="*/ 0 h 5416094"/>
              <a:gd name="connsiteX15" fmla="*/ 9858375 w 10515600"/>
              <a:gd name="connsiteY15" fmla="*/ 0 h 5416094"/>
              <a:gd name="connsiteX16" fmla="*/ 10515600 w 10515600"/>
              <a:gd name="connsiteY16" fmla="*/ 0 h 5416094"/>
              <a:gd name="connsiteX17" fmla="*/ 10515600 w 10515600"/>
              <a:gd name="connsiteY17" fmla="*/ 785334 h 5416094"/>
              <a:gd name="connsiteX18" fmla="*/ 10515600 w 10515600"/>
              <a:gd name="connsiteY18" fmla="*/ 1516506 h 5416094"/>
              <a:gd name="connsiteX19" fmla="*/ 10515600 w 10515600"/>
              <a:gd name="connsiteY19" fmla="*/ 2247679 h 5416094"/>
              <a:gd name="connsiteX20" fmla="*/ 10515600 w 10515600"/>
              <a:gd name="connsiteY20" fmla="*/ 2762208 h 5416094"/>
              <a:gd name="connsiteX21" fmla="*/ 10515600 w 10515600"/>
              <a:gd name="connsiteY21" fmla="*/ 3330898 h 5416094"/>
              <a:gd name="connsiteX22" fmla="*/ 10515600 w 10515600"/>
              <a:gd name="connsiteY22" fmla="*/ 4062071 h 5416094"/>
              <a:gd name="connsiteX23" fmla="*/ 10515600 w 10515600"/>
              <a:gd name="connsiteY23" fmla="*/ 4684921 h 5416094"/>
              <a:gd name="connsiteX24" fmla="*/ 10515600 w 10515600"/>
              <a:gd name="connsiteY24" fmla="*/ 5416094 h 5416094"/>
              <a:gd name="connsiteX25" fmla="*/ 9753219 w 10515600"/>
              <a:gd name="connsiteY25" fmla="*/ 5416094 h 5416094"/>
              <a:gd name="connsiteX26" fmla="*/ 9411462 w 10515600"/>
              <a:gd name="connsiteY26" fmla="*/ 5416094 h 5416094"/>
              <a:gd name="connsiteX27" fmla="*/ 8754237 w 10515600"/>
              <a:gd name="connsiteY27" fmla="*/ 5416094 h 5416094"/>
              <a:gd name="connsiteX28" fmla="*/ 8307324 w 10515600"/>
              <a:gd name="connsiteY28" fmla="*/ 5416094 h 5416094"/>
              <a:gd name="connsiteX29" fmla="*/ 7544943 w 10515600"/>
              <a:gd name="connsiteY29" fmla="*/ 5416094 h 5416094"/>
              <a:gd name="connsiteX30" fmla="*/ 7098030 w 10515600"/>
              <a:gd name="connsiteY30" fmla="*/ 5416094 h 5416094"/>
              <a:gd name="connsiteX31" fmla="*/ 6335649 w 10515600"/>
              <a:gd name="connsiteY31" fmla="*/ 5416094 h 5416094"/>
              <a:gd name="connsiteX32" fmla="*/ 5993892 w 10515600"/>
              <a:gd name="connsiteY32" fmla="*/ 5416094 h 5416094"/>
              <a:gd name="connsiteX33" fmla="*/ 5231511 w 10515600"/>
              <a:gd name="connsiteY33" fmla="*/ 5416094 h 5416094"/>
              <a:gd name="connsiteX34" fmla="*/ 4784598 w 10515600"/>
              <a:gd name="connsiteY34" fmla="*/ 5416094 h 5416094"/>
              <a:gd name="connsiteX35" fmla="*/ 4442841 w 10515600"/>
              <a:gd name="connsiteY35" fmla="*/ 5416094 h 5416094"/>
              <a:gd name="connsiteX36" fmla="*/ 3995928 w 10515600"/>
              <a:gd name="connsiteY36" fmla="*/ 5416094 h 5416094"/>
              <a:gd name="connsiteX37" fmla="*/ 3233547 w 10515600"/>
              <a:gd name="connsiteY37" fmla="*/ 5416094 h 5416094"/>
              <a:gd name="connsiteX38" fmla="*/ 2786634 w 10515600"/>
              <a:gd name="connsiteY38" fmla="*/ 5416094 h 5416094"/>
              <a:gd name="connsiteX39" fmla="*/ 2444877 w 10515600"/>
              <a:gd name="connsiteY39" fmla="*/ 5416094 h 5416094"/>
              <a:gd name="connsiteX40" fmla="*/ 1997964 w 10515600"/>
              <a:gd name="connsiteY40" fmla="*/ 5416094 h 5416094"/>
              <a:gd name="connsiteX41" fmla="*/ 1445895 w 10515600"/>
              <a:gd name="connsiteY41" fmla="*/ 5416094 h 5416094"/>
              <a:gd name="connsiteX42" fmla="*/ 788670 w 10515600"/>
              <a:gd name="connsiteY42" fmla="*/ 5416094 h 5416094"/>
              <a:gd name="connsiteX43" fmla="*/ 0 w 10515600"/>
              <a:gd name="connsiteY43" fmla="*/ 5416094 h 5416094"/>
              <a:gd name="connsiteX44" fmla="*/ 0 w 10515600"/>
              <a:gd name="connsiteY44" fmla="*/ 4630760 h 5416094"/>
              <a:gd name="connsiteX45" fmla="*/ 0 w 10515600"/>
              <a:gd name="connsiteY45" fmla="*/ 3953749 h 5416094"/>
              <a:gd name="connsiteX46" fmla="*/ 0 w 10515600"/>
              <a:gd name="connsiteY46" fmla="*/ 3276737 h 5416094"/>
              <a:gd name="connsiteX47" fmla="*/ 0 w 10515600"/>
              <a:gd name="connsiteY47" fmla="*/ 2599725 h 5416094"/>
              <a:gd name="connsiteX48" fmla="*/ 0 w 10515600"/>
              <a:gd name="connsiteY48" fmla="*/ 1922713 h 5416094"/>
              <a:gd name="connsiteX49" fmla="*/ 0 w 10515600"/>
              <a:gd name="connsiteY49" fmla="*/ 1299863 h 5416094"/>
              <a:gd name="connsiteX50" fmla="*/ 0 w 10515600"/>
              <a:gd name="connsiteY50" fmla="*/ 0 h 54160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</a:cxnLst>
            <a:rect l="l" t="t" r="r" b="b"/>
            <a:pathLst>
              <a:path w="10515600" h="5416094" extrusionOk="0">
                <a:moveTo>
                  <a:pt x="0" y="0"/>
                </a:moveTo>
                <a:cubicBezTo>
                  <a:pt x="230793" y="14353"/>
                  <a:pt x="332416" y="21392"/>
                  <a:pt x="552069" y="0"/>
                </a:cubicBezTo>
                <a:cubicBezTo>
                  <a:pt x="771722" y="-21392"/>
                  <a:pt x="761737" y="-14337"/>
                  <a:pt x="893826" y="0"/>
                </a:cubicBezTo>
                <a:cubicBezTo>
                  <a:pt x="1025915" y="14337"/>
                  <a:pt x="1441584" y="-15498"/>
                  <a:pt x="1761363" y="0"/>
                </a:cubicBezTo>
                <a:cubicBezTo>
                  <a:pt x="2081142" y="15498"/>
                  <a:pt x="2111503" y="7278"/>
                  <a:pt x="2313432" y="0"/>
                </a:cubicBezTo>
                <a:cubicBezTo>
                  <a:pt x="2515361" y="-7278"/>
                  <a:pt x="2743584" y="-17845"/>
                  <a:pt x="2865501" y="0"/>
                </a:cubicBezTo>
                <a:cubicBezTo>
                  <a:pt x="2987418" y="17845"/>
                  <a:pt x="3345183" y="8208"/>
                  <a:pt x="3733038" y="0"/>
                </a:cubicBezTo>
                <a:cubicBezTo>
                  <a:pt x="4120893" y="-8208"/>
                  <a:pt x="4009066" y="-3159"/>
                  <a:pt x="4179951" y="0"/>
                </a:cubicBezTo>
                <a:cubicBezTo>
                  <a:pt x="4350836" y="3159"/>
                  <a:pt x="4735020" y="17517"/>
                  <a:pt x="5047488" y="0"/>
                </a:cubicBezTo>
                <a:cubicBezTo>
                  <a:pt x="5359956" y="-17517"/>
                  <a:pt x="5662148" y="-17777"/>
                  <a:pt x="5915025" y="0"/>
                </a:cubicBezTo>
                <a:cubicBezTo>
                  <a:pt x="6167902" y="17777"/>
                  <a:pt x="6308797" y="30350"/>
                  <a:pt x="6572250" y="0"/>
                </a:cubicBezTo>
                <a:cubicBezTo>
                  <a:pt x="6835703" y="-30350"/>
                  <a:pt x="7107419" y="-9627"/>
                  <a:pt x="7439787" y="0"/>
                </a:cubicBezTo>
                <a:cubicBezTo>
                  <a:pt x="7772155" y="9627"/>
                  <a:pt x="7844034" y="-9098"/>
                  <a:pt x="7991856" y="0"/>
                </a:cubicBezTo>
                <a:cubicBezTo>
                  <a:pt x="8139678" y="9098"/>
                  <a:pt x="8289889" y="-20239"/>
                  <a:pt x="8543925" y="0"/>
                </a:cubicBezTo>
                <a:cubicBezTo>
                  <a:pt x="8797961" y="20239"/>
                  <a:pt x="8994198" y="29575"/>
                  <a:pt x="9306306" y="0"/>
                </a:cubicBezTo>
                <a:cubicBezTo>
                  <a:pt x="9618414" y="-29575"/>
                  <a:pt x="9739118" y="-23835"/>
                  <a:pt x="9858375" y="0"/>
                </a:cubicBezTo>
                <a:cubicBezTo>
                  <a:pt x="9977632" y="23835"/>
                  <a:pt x="10370488" y="-4069"/>
                  <a:pt x="10515600" y="0"/>
                </a:cubicBezTo>
                <a:cubicBezTo>
                  <a:pt x="10524919" y="196329"/>
                  <a:pt x="10549062" y="488432"/>
                  <a:pt x="10515600" y="785334"/>
                </a:cubicBezTo>
                <a:cubicBezTo>
                  <a:pt x="10482138" y="1082236"/>
                  <a:pt x="10536385" y="1323726"/>
                  <a:pt x="10515600" y="1516506"/>
                </a:cubicBezTo>
                <a:cubicBezTo>
                  <a:pt x="10494815" y="1709286"/>
                  <a:pt x="10546328" y="2097632"/>
                  <a:pt x="10515600" y="2247679"/>
                </a:cubicBezTo>
                <a:cubicBezTo>
                  <a:pt x="10484872" y="2397726"/>
                  <a:pt x="10491771" y="2577292"/>
                  <a:pt x="10515600" y="2762208"/>
                </a:cubicBezTo>
                <a:cubicBezTo>
                  <a:pt x="10539429" y="2947124"/>
                  <a:pt x="10511007" y="3105736"/>
                  <a:pt x="10515600" y="3330898"/>
                </a:cubicBezTo>
                <a:cubicBezTo>
                  <a:pt x="10520194" y="3556060"/>
                  <a:pt x="10497393" y="3882611"/>
                  <a:pt x="10515600" y="4062071"/>
                </a:cubicBezTo>
                <a:cubicBezTo>
                  <a:pt x="10533807" y="4241531"/>
                  <a:pt x="10544791" y="4505155"/>
                  <a:pt x="10515600" y="4684921"/>
                </a:cubicBezTo>
                <a:cubicBezTo>
                  <a:pt x="10486410" y="4864687"/>
                  <a:pt x="10497356" y="5246484"/>
                  <a:pt x="10515600" y="5416094"/>
                </a:cubicBezTo>
                <a:cubicBezTo>
                  <a:pt x="10245623" y="5445692"/>
                  <a:pt x="10029676" y="5415505"/>
                  <a:pt x="9753219" y="5416094"/>
                </a:cubicBezTo>
                <a:cubicBezTo>
                  <a:pt x="9476762" y="5416683"/>
                  <a:pt x="9553148" y="5422760"/>
                  <a:pt x="9411462" y="5416094"/>
                </a:cubicBezTo>
                <a:cubicBezTo>
                  <a:pt x="9269776" y="5409428"/>
                  <a:pt x="8927709" y="5385012"/>
                  <a:pt x="8754237" y="5416094"/>
                </a:cubicBezTo>
                <a:cubicBezTo>
                  <a:pt x="8580766" y="5447176"/>
                  <a:pt x="8413264" y="5410024"/>
                  <a:pt x="8307324" y="5416094"/>
                </a:cubicBezTo>
                <a:cubicBezTo>
                  <a:pt x="8201384" y="5422164"/>
                  <a:pt x="7912690" y="5421686"/>
                  <a:pt x="7544943" y="5416094"/>
                </a:cubicBezTo>
                <a:cubicBezTo>
                  <a:pt x="7177196" y="5410502"/>
                  <a:pt x="7304235" y="5418502"/>
                  <a:pt x="7098030" y="5416094"/>
                </a:cubicBezTo>
                <a:cubicBezTo>
                  <a:pt x="6891825" y="5413686"/>
                  <a:pt x="6541479" y="5434609"/>
                  <a:pt x="6335649" y="5416094"/>
                </a:cubicBezTo>
                <a:cubicBezTo>
                  <a:pt x="6129819" y="5397579"/>
                  <a:pt x="6106541" y="5402791"/>
                  <a:pt x="5993892" y="5416094"/>
                </a:cubicBezTo>
                <a:cubicBezTo>
                  <a:pt x="5881243" y="5429397"/>
                  <a:pt x="5545248" y="5437743"/>
                  <a:pt x="5231511" y="5416094"/>
                </a:cubicBezTo>
                <a:cubicBezTo>
                  <a:pt x="4917774" y="5394445"/>
                  <a:pt x="4963237" y="5426599"/>
                  <a:pt x="4784598" y="5416094"/>
                </a:cubicBezTo>
                <a:cubicBezTo>
                  <a:pt x="4605959" y="5405589"/>
                  <a:pt x="4605904" y="5406658"/>
                  <a:pt x="4442841" y="5416094"/>
                </a:cubicBezTo>
                <a:cubicBezTo>
                  <a:pt x="4279778" y="5425530"/>
                  <a:pt x="4177180" y="5426138"/>
                  <a:pt x="3995928" y="5416094"/>
                </a:cubicBezTo>
                <a:cubicBezTo>
                  <a:pt x="3814676" y="5406050"/>
                  <a:pt x="3516440" y="5429234"/>
                  <a:pt x="3233547" y="5416094"/>
                </a:cubicBezTo>
                <a:cubicBezTo>
                  <a:pt x="2950654" y="5402954"/>
                  <a:pt x="2884354" y="5436103"/>
                  <a:pt x="2786634" y="5416094"/>
                </a:cubicBezTo>
                <a:cubicBezTo>
                  <a:pt x="2688914" y="5396085"/>
                  <a:pt x="2522958" y="5423232"/>
                  <a:pt x="2444877" y="5416094"/>
                </a:cubicBezTo>
                <a:cubicBezTo>
                  <a:pt x="2366796" y="5408956"/>
                  <a:pt x="2104768" y="5395479"/>
                  <a:pt x="1997964" y="5416094"/>
                </a:cubicBezTo>
                <a:cubicBezTo>
                  <a:pt x="1891160" y="5436709"/>
                  <a:pt x="1573016" y="5412376"/>
                  <a:pt x="1445895" y="5416094"/>
                </a:cubicBezTo>
                <a:cubicBezTo>
                  <a:pt x="1318774" y="5419812"/>
                  <a:pt x="986443" y="5400529"/>
                  <a:pt x="788670" y="5416094"/>
                </a:cubicBezTo>
                <a:cubicBezTo>
                  <a:pt x="590897" y="5431659"/>
                  <a:pt x="363709" y="5381266"/>
                  <a:pt x="0" y="5416094"/>
                </a:cubicBezTo>
                <a:cubicBezTo>
                  <a:pt x="-22973" y="5218643"/>
                  <a:pt x="-26699" y="5010779"/>
                  <a:pt x="0" y="4630760"/>
                </a:cubicBezTo>
                <a:cubicBezTo>
                  <a:pt x="26699" y="4250741"/>
                  <a:pt x="-15389" y="4196664"/>
                  <a:pt x="0" y="3953749"/>
                </a:cubicBezTo>
                <a:cubicBezTo>
                  <a:pt x="15389" y="3710834"/>
                  <a:pt x="468" y="3611311"/>
                  <a:pt x="0" y="3276737"/>
                </a:cubicBezTo>
                <a:cubicBezTo>
                  <a:pt x="-468" y="2942163"/>
                  <a:pt x="15360" y="2781998"/>
                  <a:pt x="0" y="2599725"/>
                </a:cubicBezTo>
                <a:cubicBezTo>
                  <a:pt x="-15360" y="2417452"/>
                  <a:pt x="14816" y="2100232"/>
                  <a:pt x="0" y="1922713"/>
                </a:cubicBezTo>
                <a:cubicBezTo>
                  <a:pt x="-14816" y="1745194"/>
                  <a:pt x="-24648" y="1604167"/>
                  <a:pt x="0" y="1299863"/>
                </a:cubicBezTo>
                <a:cubicBezTo>
                  <a:pt x="24648" y="995559"/>
                  <a:pt x="2182" y="279525"/>
                  <a:pt x="0" y="0"/>
                </a:cubicBezTo>
                <a:close/>
              </a:path>
            </a:pathLst>
          </a:custGeom>
          <a:noFill/>
          <a:ln w="57150" cap="rnd">
            <a:solidFill>
              <a:schemeClr val="tx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6">
            <a:extLst>
              <a:ext uri="{FF2B5EF4-FFF2-40B4-BE49-F238E27FC236}">
                <a16:creationId xmlns:a16="http://schemas.microsoft.com/office/drawing/2014/main" id="{4E87FCFB-2CCE-460D-B3DD-557C8BD1B9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74206" y="4419423"/>
            <a:ext cx="4243589" cy="27432"/>
          </a:xfrm>
          <a:custGeom>
            <a:avLst/>
            <a:gdLst>
              <a:gd name="connsiteX0" fmla="*/ 0 w 4243589"/>
              <a:gd name="connsiteY0" fmla="*/ 0 h 27432"/>
              <a:gd name="connsiteX1" fmla="*/ 563791 w 4243589"/>
              <a:gd name="connsiteY1" fmla="*/ 0 h 27432"/>
              <a:gd name="connsiteX2" fmla="*/ 1042710 w 4243589"/>
              <a:gd name="connsiteY2" fmla="*/ 0 h 27432"/>
              <a:gd name="connsiteX3" fmla="*/ 1564066 w 4243589"/>
              <a:gd name="connsiteY3" fmla="*/ 0 h 27432"/>
              <a:gd name="connsiteX4" fmla="*/ 2212729 w 4243589"/>
              <a:gd name="connsiteY4" fmla="*/ 0 h 27432"/>
              <a:gd name="connsiteX5" fmla="*/ 2776520 w 4243589"/>
              <a:gd name="connsiteY5" fmla="*/ 0 h 27432"/>
              <a:gd name="connsiteX6" fmla="*/ 3297875 w 4243589"/>
              <a:gd name="connsiteY6" fmla="*/ 0 h 27432"/>
              <a:gd name="connsiteX7" fmla="*/ 4243589 w 4243589"/>
              <a:gd name="connsiteY7" fmla="*/ 0 h 27432"/>
              <a:gd name="connsiteX8" fmla="*/ 4243589 w 4243589"/>
              <a:gd name="connsiteY8" fmla="*/ 27432 h 27432"/>
              <a:gd name="connsiteX9" fmla="*/ 3637362 w 4243589"/>
              <a:gd name="connsiteY9" fmla="*/ 27432 h 27432"/>
              <a:gd name="connsiteX10" fmla="*/ 3116007 w 4243589"/>
              <a:gd name="connsiteY10" fmla="*/ 27432 h 27432"/>
              <a:gd name="connsiteX11" fmla="*/ 2424908 w 4243589"/>
              <a:gd name="connsiteY11" fmla="*/ 27432 h 27432"/>
              <a:gd name="connsiteX12" fmla="*/ 1861117 w 4243589"/>
              <a:gd name="connsiteY12" fmla="*/ 27432 h 27432"/>
              <a:gd name="connsiteX13" fmla="*/ 1382198 w 4243589"/>
              <a:gd name="connsiteY13" fmla="*/ 27432 h 27432"/>
              <a:gd name="connsiteX14" fmla="*/ 733535 w 4243589"/>
              <a:gd name="connsiteY14" fmla="*/ 27432 h 27432"/>
              <a:gd name="connsiteX15" fmla="*/ 0 w 4243589"/>
              <a:gd name="connsiteY15" fmla="*/ 27432 h 27432"/>
              <a:gd name="connsiteX16" fmla="*/ 0 w 4243589"/>
              <a:gd name="connsiteY16" fmla="*/ 0 h 27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43589" h="27432" fill="none" extrusionOk="0">
                <a:moveTo>
                  <a:pt x="0" y="0"/>
                </a:moveTo>
                <a:cubicBezTo>
                  <a:pt x="157351" y="-15653"/>
                  <a:pt x="378877" y="-5828"/>
                  <a:pt x="563791" y="0"/>
                </a:cubicBezTo>
                <a:cubicBezTo>
                  <a:pt x="748705" y="5828"/>
                  <a:pt x="905659" y="-5525"/>
                  <a:pt x="1042710" y="0"/>
                </a:cubicBezTo>
                <a:cubicBezTo>
                  <a:pt x="1179761" y="5525"/>
                  <a:pt x="1356845" y="-21288"/>
                  <a:pt x="1564066" y="0"/>
                </a:cubicBezTo>
                <a:cubicBezTo>
                  <a:pt x="1771287" y="21288"/>
                  <a:pt x="1912099" y="25135"/>
                  <a:pt x="2212729" y="0"/>
                </a:cubicBezTo>
                <a:cubicBezTo>
                  <a:pt x="2513359" y="-25135"/>
                  <a:pt x="2514918" y="-27119"/>
                  <a:pt x="2776520" y="0"/>
                </a:cubicBezTo>
                <a:cubicBezTo>
                  <a:pt x="3038122" y="27119"/>
                  <a:pt x="3178771" y="18116"/>
                  <a:pt x="3297875" y="0"/>
                </a:cubicBezTo>
                <a:cubicBezTo>
                  <a:pt x="3416980" y="-18116"/>
                  <a:pt x="4012240" y="-40869"/>
                  <a:pt x="4243589" y="0"/>
                </a:cubicBezTo>
                <a:cubicBezTo>
                  <a:pt x="4242616" y="8304"/>
                  <a:pt x="4243111" y="21512"/>
                  <a:pt x="4243589" y="27432"/>
                </a:cubicBezTo>
                <a:cubicBezTo>
                  <a:pt x="4112949" y="6289"/>
                  <a:pt x="3928037" y="10975"/>
                  <a:pt x="3637362" y="27432"/>
                </a:cubicBezTo>
                <a:cubicBezTo>
                  <a:pt x="3346687" y="43889"/>
                  <a:pt x="3254446" y="35813"/>
                  <a:pt x="3116007" y="27432"/>
                </a:cubicBezTo>
                <a:cubicBezTo>
                  <a:pt x="2977569" y="19051"/>
                  <a:pt x="2620228" y="38017"/>
                  <a:pt x="2424908" y="27432"/>
                </a:cubicBezTo>
                <a:cubicBezTo>
                  <a:pt x="2229588" y="16847"/>
                  <a:pt x="2088287" y="5290"/>
                  <a:pt x="1861117" y="27432"/>
                </a:cubicBezTo>
                <a:cubicBezTo>
                  <a:pt x="1633947" y="49574"/>
                  <a:pt x="1502447" y="8273"/>
                  <a:pt x="1382198" y="27432"/>
                </a:cubicBezTo>
                <a:cubicBezTo>
                  <a:pt x="1261949" y="46591"/>
                  <a:pt x="1045440" y="37497"/>
                  <a:pt x="733535" y="27432"/>
                </a:cubicBezTo>
                <a:cubicBezTo>
                  <a:pt x="421630" y="17367"/>
                  <a:pt x="341257" y="-9215"/>
                  <a:pt x="0" y="27432"/>
                </a:cubicBezTo>
                <a:cubicBezTo>
                  <a:pt x="-1048" y="14992"/>
                  <a:pt x="-1120" y="7447"/>
                  <a:pt x="0" y="0"/>
                </a:cubicBezTo>
                <a:close/>
              </a:path>
              <a:path w="4243589" h="27432" stroke="0" extrusionOk="0">
                <a:moveTo>
                  <a:pt x="0" y="0"/>
                </a:moveTo>
                <a:cubicBezTo>
                  <a:pt x="128164" y="17204"/>
                  <a:pt x="312653" y="1129"/>
                  <a:pt x="563791" y="0"/>
                </a:cubicBezTo>
                <a:cubicBezTo>
                  <a:pt x="814929" y="-1129"/>
                  <a:pt x="837271" y="8503"/>
                  <a:pt x="1042710" y="0"/>
                </a:cubicBezTo>
                <a:cubicBezTo>
                  <a:pt x="1248149" y="-8503"/>
                  <a:pt x="1588432" y="-28862"/>
                  <a:pt x="1733809" y="0"/>
                </a:cubicBezTo>
                <a:cubicBezTo>
                  <a:pt x="1879186" y="28862"/>
                  <a:pt x="2052815" y="5974"/>
                  <a:pt x="2297600" y="0"/>
                </a:cubicBezTo>
                <a:cubicBezTo>
                  <a:pt x="2542385" y="-5974"/>
                  <a:pt x="2699960" y="-23550"/>
                  <a:pt x="2861391" y="0"/>
                </a:cubicBezTo>
                <a:cubicBezTo>
                  <a:pt x="3022822" y="23550"/>
                  <a:pt x="3390411" y="25272"/>
                  <a:pt x="3552490" y="0"/>
                </a:cubicBezTo>
                <a:cubicBezTo>
                  <a:pt x="3714569" y="-25272"/>
                  <a:pt x="3950585" y="-31327"/>
                  <a:pt x="4243589" y="0"/>
                </a:cubicBezTo>
                <a:cubicBezTo>
                  <a:pt x="4244074" y="9333"/>
                  <a:pt x="4244867" y="19699"/>
                  <a:pt x="4243589" y="27432"/>
                </a:cubicBezTo>
                <a:cubicBezTo>
                  <a:pt x="4130424" y="7904"/>
                  <a:pt x="3932803" y="51393"/>
                  <a:pt x="3722234" y="27432"/>
                </a:cubicBezTo>
                <a:cubicBezTo>
                  <a:pt x="3511665" y="3471"/>
                  <a:pt x="3269903" y="55138"/>
                  <a:pt x="3116007" y="27432"/>
                </a:cubicBezTo>
                <a:cubicBezTo>
                  <a:pt x="2962111" y="-274"/>
                  <a:pt x="2744280" y="32368"/>
                  <a:pt x="2509780" y="27432"/>
                </a:cubicBezTo>
                <a:cubicBezTo>
                  <a:pt x="2275280" y="22496"/>
                  <a:pt x="2066059" y="52808"/>
                  <a:pt x="1945989" y="27432"/>
                </a:cubicBezTo>
                <a:cubicBezTo>
                  <a:pt x="1825919" y="2056"/>
                  <a:pt x="1407329" y="21760"/>
                  <a:pt x="1254890" y="27432"/>
                </a:cubicBezTo>
                <a:cubicBezTo>
                  <a:pt x="1102451" y="33104"/>
                  <a:pt x="837950" y="40817"/>
                  <a:pt x="563791" y="27432"/>
                </a:cubicBezTo>
                <a:cubicBezTo>
                  <a:pt x="289632" y="14047"/>
                  <a:pt x="132768" y="16249"/>
                  <a:pt x="0" y="27432"/>
                </a:cubicBezTo>
                <a:cubicBezTo>
                  <a:pt x="211" y="18145"/>
                  <a:pt x="120" y="6480"/>
                  <a:pt x="0" y="0"/>
                </a:cubicBezTo>
                <a:close/>
              </a:path>
            </a:pathLst>
          </a:custGeom>
          <a:solidFill>
            <a:schemeClr val="tx1"/>
          </a:solidFill>
          <a:ln w="38100" cap="rnd">
            <a:solidFill>
              <a:schemeClr val="tx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B6B9E87C-6FAD-8529-A6E5-3D64FC2682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60630" y="3228929"/>
            <a:ext cx="816520" cy="8359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235438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7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700"/>
                            </p:stCondLst>
                            <p:childTnLst>
                              <p:par>
                                <p:cTn id="1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7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uiExpand="1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237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3ED267BA-92D8-E490-7815-C4E2BAE94C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1707" y="49695"/>
            <a:ext cx="8916299" cy="6488668"/>
          </a:xfrm>
          <a:prstGeom prst="rect">
            <a:avLst/>
          </a:prstGeom>
        </p:spPr>
      </p:pic>
      <p:sp>
        <p:nvSpPr>
          <p:cNvPr id="8" name="CaixaDeTexto 7">
            <a:extLst>
              <a:ext uri="{FF2B5EF4-FFF2-40B4-BE49-F238E27FC236}">
                <a16:creationId xmlns:a16="http://schemas.microsoft.com/office/drawing/2014/main" id="{FA8EBE35-2446-6AC7-AFB5-DF05E9F429CF}"/>
              </a:ext>
            </a:extLst>
          </p:cNvPr>
          <p:cNvSpPr txBox="1"/>
          <p:nvPr/>
        </p:nvSpPr>
        <p:spPr>
          <a:xfrm>
            <a:off x="1561707" y="6488668"/>
            <a:ext cx="60975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800" u="sng" dirty="0">
                <a:solidFill>
                  <a:srgbClr val="0563C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hlinkClick r:id="rId3"/>
              </a:rPr>
              <a:t>https://www.sptrans.com.br/desenvolvedores/</a:t>
            </a:r>
            <a:r>
              <a:rPr lang="pt-BR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68581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237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A9931A0B-4690-C83F-1791-B9B9B3CFA19B}"/>
              </a:ext>
            </a:extLst>
          </p:cNvPr>
          <p:cNvSpPr txBox="1"/>
          <p:nvPr/>
        </p:nvSpPr>
        <p:spPr>
          <a:xfrm>
            <a:off x="2004646" y="219429"/>
            <a:ext cx="784608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800" dirty="0">
                <a:solidFill>
                  <a:schemeClr val="bg1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A partir de dados estáticos abertos (formato GTFS) fornecidos pela SPTrans, a malha de ônibus é modelada como um grafo direcionado e ponderado. Foram escolhidos para esse projeto, as linhas 175P-10 e 875A-10</a:t>
            </a:r>
            <a:endParaRPr lang="pt-BR" sz="1400" dirty="0">
              <a:solidFill>
                <a:schemeClr val="bg1"/>
              </a:solidFill>
              <a:effectLst/>
              <a:latin typeface="Segoe UI" panose="020B0502040204020203" pitchFamily="34" charset="0"/>
              <a:ea typeface="Times New Roman" panose="02020603050405020304" pitchFamily="18" charset="0"/>
              <a:cs typeface="Segoe UI" panose="020B0502040204020203" pitchFamily="34" charset="0"/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2E458354-4101-28CD-65DC-F4421C9D3B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0601" y="1395561"/>
            <a:ext cx="7690797" cy="51550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08688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237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>
            <a:extLst>
              <a:ext uri="{FF2B5EF4-FFF2-40B4-BE49-F238E27FC236}">
                <a16:creationId xmlns:a16="http://schemas.microsoft.com/office/drawing/2014/main" id="{13BDA185-46CC-48DF-7006-AEC994031A37}"/>
              </a:ext>
            </a:extLst>
          </p:cNvPr>
          <p:cNvSpPr txBox="1"/>
          <p:nvPr/>
        </p:nvSpPr>
        <p:spPr>
          <a:xfrm>
            <a:off x="6180993" y="843677"/>
            <a:ext cx="5613156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b="1" dirty="0">
                <a:solidFill>
                  <a:srgbClr val="FFD700"/>
                </a:solidFill>
                <a:latin typeface="Roboto" pitchFamily="2" charset="0"/>
                <a:ea typeface="Roboto" pitchFamily="2" charset="0"/>
                <a:cs typeface="Segoe UI" panose="020B0502040204020203" pitchFamily="34" charset="0"/>
              </a:rPr>
              <a:t>Vértices</a:t>
            </a:r>
          </a:p>
          <a:p>
            <a:pPr algn="ctr"/>
            <a:endParaRPr lang="pt-BR" sz="2400" b="1" dirty="0">
              <a:solidFill>
                <a:srgbClr val="FFD700"/>
              </a:solidFill>
              <a:latin typeface="Roboto" pitchFamily="2" charset="0"/>
              <a:ea typeface="Roboto" pitchFamily="2" charset="0"/>
              <a:cs typeface="Segoe UI" panose="020B050204020402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Os números de vértices vão de 0 a 237.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 cada vértice foi atribuído um valor de ID.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Cada vértice representa uma parada de ônibus.</a:t>
            </a:r>
          </a:p>
          <a:p>
            <a:r>
              <a:rPr lang="pt-BR" dirty="0">
                <a:latin typeface="Segoe UI" panose="020B0502040204020203" pitchFamily="34" charset="0"/>
                <a:cs typeface="Segoe UI" panose="020B0502040204020203" pitchFamily="34" charset="0"/>
              </a:rPr>
              <a:t>  </a:t>
            </a:r>
          </a:p>
        </p:txBody>
      </p:sp>
      <p:grpSp>
        <p:nvGrpSpPr>
          <p:cNvPr id="10" name="Agrupar 9">
            <a:extLst>
              <a:ext uri="{FF2B5EF4-FFF2-40B4-BE49-F238E27FC236}">
                <a16:creationId xmlns:a16="http://schemas.microsoft.com/office/drawing/2014/main" id="{471D829A-A4AB-1F2A-8061-4B9BCB5A0F4C}"/>
              </a:ext>
            </a:extLst>
          </p:cNvPr>
          <p:cNvGrpSpPr/>
          <p:nvPr/>
        </p:nvGrpSpPr>
        <p:grpSpPr>
          <a:xfrm>
            <a:off x="368033" y="509298"/>
            <a:ext cx="5204750" cy="5996056"/>
            <a:chOff x="515753" y="479481"/>
            <a:chExt cx="5126604" cy="5996056"/>
          </a:xfrm>
        </p:grpSpPr>
        <p:pic>
          <p:nvPicPr>
            <p:cNvPr id="5" name="Imagem 4">
              <a:extLst>
                <a:ext uri="{FF2B5EF4-FFF2-40B4-BE49-F238E27FC236}">
                  <a16:creationId xmlns:a16="http://schemas.microsoft.com/office/drawing/2014/main" id="{A709006D-F87A-D38E-653A-261331B3084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b="95694"/>
            <a:stretch/>
          </p:blipFill>
          <p:spPr>
            <a:xfrm>
              <a:off x="545124" y="479481"/>
              <a:ext cx="5097233" cy="295275"/>
            </a:xfrm>
            <a:prstGeom prst="rect">
              <a:avLst/>
            </a:prstGeom>
          </p:spPr>
        </p:pic>
        <p:pic>
          <p:nvPicPr>
            <p:cNvPr id="9" name="Imagem 8">
              <a:extLst>
                <a:ext uri="{FF2B5EF4-FFF2-40B4-BE49-F238E27FC236}">
                  <a16:creationId xmlns:a16="http://schemas.microsoft.com/office/drawing/2014/main" id="{11CD02B5-A567-0342-04C7-1C8D3655F47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15753" y="770062"/>
              <a:ext cx="5126603" cy="5705475"/>
            </a:xfrm>
            <a:prstGeom prst="rect">
              <a:avLst/>
            </a:prstGeom>
          </p:spPr>
        </p:pic>
      </p:grp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CD5192AB-7BCA-EFD1-71BE-38F85B112829}"/>
              </a:ext>
            </a:extLst>
          </p:cNvPr>
          <p:cNvSpPr txBox="1"/>
          <p:nvPr/>
        </p:nvSpPr>
        <p:spPr>
          <a:xfrm>
            <a:off x="6180993" y="2967335"/>
            <a:ext cx="5613156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2400" b="1" dirty="0">
                <a:solidFill>
                  <a:srgbClr val="FFD700"/>
                </a:solidFill>
                <a:latin typeface="Roboto" pitchFamily="2" charset="0"/>
                <a:ea typeface="Roboto" pitchFamily="2" charset="0"/>
                <a:cs typeface="Segoe UI" panose="020B0502040204020203" pitchFamily="34" charset="0"/>
              </a:rPr>
              <a:t>Arestas</a:t>
            </a:r>
          </a:p>
          <a:p>
            <a:pPr algn="ctr"/>
            <a:endParaRPr lang="pt-BR" sz="2400" b="1" dirty="0">
              <a:solidFill>
                <a:srgbClr val="FFD700"/>
              </a:solidFill>
              <a:latin typeface="Roboto" pitchFamily="2" charset="0"/>
              <a:ea typeface="Roboto" pitchFamily="2" charset="0"/>
              <a:cs typeface="Segoe UI" panose="020B050204020402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Cada aresta tem um peso atribuído a ela (em vermelho)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Esses pesos, representam em média o tempo de um ponto a outro.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São poucos casos, 11, mas quando tem o peso 999 significa que é um ponto com falta de acessibilidade, o que poderia fazer com que qualquer algoritmo de GPS evitasse esse caminho. </a:t>
            </a:r>
          </a:p>
        </p:txBody>
      </p:sp>
    </p:spTree>
    <p:extLst>
      <p:ext uri="{BB962C8B-B14F-4D97-AF65-F5344CB8AC3E}">
        <p14:creationId xmlns:p14="http://schemas.microsoft.com/office/powerpoint/2010/main" val="6315239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237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m 5">
            <a:extLst>
              <a:ext uri="{FF2B5EF4-FFF2-40B4-BE49-F238E27FC236}">
                <a16:creationId xmlns:a16="http://schemas.microsoft.com/office/drawing/2014/main" id="{C649A8CA-A22A-61AA-A825-03D7674D5FC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25823"/>
          <a:stretch/>
        </p:blipFill>
        <p:spPr>
          <a:xfrm>
            <a:off x="582795" y="347769"/>
            <a:ext cx="3779655" cy="3795606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8148E8DB-68D2-F81A-79E7-35409A76DBE1}"/>
              </a:ext>
            </a:extLst>
          </p:cNvPr>
          <p:cNvSpPr txBox="1"/>
          <p:nvPr/>
        </p:nvSpPr>
        <p:spPr>
          <a:xfrm>
            <a:off x="2752725" y="619125"/>
            <a:ext cx="6953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pt-BR" dirty="0"/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6991E01B-15ED-D82E-2DB4-102196E10A4A}"/>
              </a:ext>
            </a:extLst>
          </p:cNvPr>
          <p:cNvSpPr txBox="1"/>
          <p:nvPr/>
        </p:nvSpPr>
        <p:spPr>
          <a:xfrm>
            <a:off x="5079948" y="266679"/>
            <a:ext cx="6736374" cy="67403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b="1" dirty="0">
                <a:solidFill>
                  <a:srgbClr val="FFD700"/>
                </a:solidFill>
                <a:effectLst/>
                <a:latin typeface="Roboto" pitchFamily="2" charset="0"/>
                <a:ea typeface="Roboto" pitchFamily="2" charset="0"/>
                <a:cs typeface="Segoe UI" panose="020B0502040204020203" pitchFamily="34" charset="0"/>
              </a:rPr>
              <a:t>Arquivo grafo.txt</a:t>
            </a:r>
          </a:p>
          <a:p>
            <a:pPr algn="ctr"/>
            <a:endParaRPr lang="pt-BR" sz="2400" b="1" dirty="0">
              <a:solidFill>
                <a:srgbClr val="FFD700"/>
              </a:solidFill>
              <a:effectLst/>
              <a:latin typeface="Roboto" pitchFamily="2" charset="0"/>
              <a:ea typeface="Roboto" pitchFamily="2" charset="0"/>
              <a:cs typeface="Segoe UI" panose="020B050204020402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600" dirty="0">
                <a:solidFill>
                  <a:srgbClr val="FFFFF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Esse </a:t>
            </a:r>
            <a:r>
              <a:rPr lang="pt-BR" sz="1600" u="sng" dirty="0">
                <a:solidFill>
                  <a:srgbClr val="FFFFF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arquivo é o principal </a:t>
            </a:r>
            <a:r>
              <a:rPr lang="pt-BR" sz="1600" dirty="0">
                <a:solidFill>
                  <a:srgbClr val="FFFFF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para o funcionamento do programa.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600" dirty="0">
                <a:solidFill>
                  <a:srgbClr val="FFFFF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 1ª linha define o tipo de grafo para o programa, nesse caso é um grafo orientado com peso nas arestas.</a:t>
            </a:r>
          </a:p>
          <a:p>
            <a:endParaRPr lang="pt-BR" sz="1600" dirty="0">
              <a:solidFill>
                <a:srgbClr val="FFFFF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pt-BR" sz="1600" dirty="0">
              <a:solidFill>
                <a:srgbClr val="FFFFF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pt-BR" sz="1600" dirty="0">
              <a:solidFill>
                <a:srgbClr val="FFFFF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pt-BR" sz="1600" dirty="0">
              <a:solidFill>
                <a:srgbClr val="FFFFF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pt-BR" sz="1600" dirty="0">
              <a:solidFill>
                <a:srgbClr val="FFFFF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pt-BR" sz="1600" dirty="0">
              <a:solidFill>
                <a:srgbClr val="FFFFF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pt-BR" sz="1600" dirty="0">
              <a:solidFill>
                <a:srgbClr val="FFFFF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pt-BR" sz="1600" dirty="0">
              <a:solidFill>
                <a:srgbClr val="FFFFF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pt-BR" sz="1600" dirty="0">
              <a:solidFill>
                <a:srgbClr val="FFFFF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pt-BR" sz="1600" dirty="0">
              <a:solidFill>
                <a:srgbClr val="FFFFF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600" dirty="0">
                <a:solidFill>
                  <a:srgbClr val="FFFFF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Já a 2ª linha é a quantidade total de vértices (pontos de ônibus) do arquivo.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600" dirty="0">
                <a:solidFill>
                  <a:srgbClr val="FFFFF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 restante das linhas (de 0 a 237) é o dicionário de vértices, sendo ele: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600" dirty="0">
                <a:solidFill>
                  <a:srgbClr val="FFFFF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ID do vértice (n); Rótulo/Nome do ponto (“....”); Fechar a formatação (0)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600" dirty="0">
                <a:solidFill>
                  <a:srgbClr val="FFFFF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 número após o 237, é a quantidade de arestas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600" dirty="0">
                <a:solidFill>
                  <a:srgbClr val="FFFFF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 sequência final de 3 números, significam que </a:t>
            </a:r>
            <a:r>
              <a:rPr lang="pt-BR" sz="1600" dirty="0" err="1">
                <a:solidFill>
                  <a:srgbClr val="FFFFF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ex</a:t>
            </a:r>
            <a:r>
              <a:rPr lang="pt-BR" sz="1600" dirty="0">
                <a:solidFill>
                  <a:srgbClr val="FFFFF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: o ônibus sai do vértice 66 e vai até o vértice 67 e leva cerca de 10 minutos, caso tenha um 999, é porque não há acessibilidade.</a:t>
            </a:r>
          </a:p>
        </p:txBody>
      </p:sp>
      <p:pic>
        <p:nvPicPr>
          <p:cNvPr id="14" name="Imagem 13">
            <a:extLst>
              <a:ext uri="{FF2B5EF4-FFF2-40B4-BE49-F238E27FC236}">
                <a16:creationId xmlns:a16="http://schemas.microsoft.com/office/drawing/2014/main" id="{93C0AACE-D040-4B41-86F1-C2E44B2CD3E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2612"/>
          <a:stretch/>
        </p:blipFill>
        <p:spPr>
          <a:xfrm>
            <a:off x="5447696" y="1888036"/>
            <a:ext cx="4719271" cy="2206351"/>
          </a:xfrm>
          <a:prstGeom prst="rect">
            <a:avLst/>
          </a:prstGeom>
        </p:spPr>
      </p:pic>
      <p:pic>
        <p:nvPicPr>
          <p:cNvPr id="16" name="Imagem 15">
            <a:extLst>
              <a:ext uri="{FF2B5EF4-FFF2-40B4-BE49-F238E27FC236}">
                <a16:creationId xmlns:a16="http://schemas.microsoft.com/office/drawing/2014/main" id="{76664537-F3FF-0904-7E6A-3EE19606FED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2796" y="4414731"/>
            <a:ext cx="3779654" cy="1927092"/>
          </a:xfrm>
          <a:prstGeom prst="rect">
            <a:avLst/>
          </a:prstGeom>
        </p:spPr>
      </p:pic>
      <p:sp>
        <p:nvSpPr>
          <p:cNvPr id="17" name="CaixaDeTexto 16">
            <a:extLst>
              <a:ext uri="{FF2B5EF4-FFF2-40B4-BE49-F238E27FC236}">
                <a16:creationId xmlns:a16="http://schemas.microsoft.com/office/drawing/2014/main" id="{CE24F85E-2768-CFFB-0A16-9CD723E81FA6}"/>
              </a:ext>
            </a:extLst>
          </p:cNvPr>
          <p:cNvSpPr txBox="1"/>
          <p:nvPr/>
        </p:nvSpPr>
        <p:spPr>
          <a:xfrm>
            <a:off x="582795" y="4143375"/>
            <a:ext cx="18460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pt-BR" dirty="0"/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7E019364-4B35-DDB4-D589-5EEFD96ACE14}"/>
              </a:ext>
            </a:extLst>
          </p:cNvPr>
          <p:cNvSpPr txBox="1"/>
          <p:nvPr/>
        </p:nvSpPr>
        <p:spPr>
          <a:xfrm>
            <a:off x="582796" y="4094387"/>
            <a:ext cx="37796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b="1" dirty="0">
                <a:solidFill>
                  <a:srgbClr val="FFFFF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...</a:t>
            </a:r>
            <a:endParaRPr lang="pt-BR" b="1" dirty="0">
              <a:solidFill>
                <a:srgbClr val="FFFFFF"/>
              </a:solidFill>
            </a:endParaRPr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A530F029-A507-826B-6864-C0B25D5FB743}"/>
              </a:ext>
            </a:extLst>
          </p:cNvPr>
          <p:cNvSpPr txBox="1"/>
          <p:nvPr/>
        </p:nvSpPr>
        <p:spPr>
          <a:xfrm>
            <a:off x="582796" y="6341823"/>
            <a:ext cx="37796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800" b="1" dirty="0">
                <a:solidFill>
                  <a:srgbClr val="FFFFF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...</a:t>
            </a:r>
            <a:endParaRPr lang="pt-BR" b="1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812517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9" grpId="0"/>
      <p:bldP spid="20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237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43963648-238A-DBB4-F8BC-6ED3B60C878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16757"/>
          <a:stretch/>
        </p:blipFill>
        <p:spPr>
          <a:xfrm>
            <a:off x="300566" y="239753"/>
            <a:ext cx="5309659" cy="6378493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9A83EFC8-020A-6C80-5E90-7921038D0D0F}"/>
              </a:ext>
            </a:extLst>
          </p:cNvPr>
          <p:cNvSpPr txBox="1"/>
          <p:nvPr/>
        </p:nvSpPr>
        <p:spPr>
          <a:xfrm>
            <a:off x="6180993" y="889842"/>
            <a:ext cx="5613156" cy="27699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b="1" dirty="0">
                <a:solidFill>
                  <a:srgbClr val="FFD700"/>
                </a:solidFill>
                <a:latin typeface="Roboto" pitchFamily="2" charset="0"/>
                <a:ea typeface="Roboto" pitchFamily="2" charset="0"/>
                <a:cs typeface="Segoe UI" panose="020B0502040204020203" pitchFamily="34" charset="0"/>
              </a:rPr>
              <a:t>Conexidade do grafo</a:t>
            </a:r>
          </a:p>
          <a:p>
            <a:pPr algn="ctr"/>
            <a:endParaRPr lang="pt-BR" sz="2400" b="1" dirty="0">
              <a:solidFill>
                <a:srgbClr val="FFD700"/>
              </a:solidFill>
              <a:latin typeface="Roboto" pitchFamily="2" charset="0"/>
              <a:ea typeface="Roboto" pitchFamily="2" charset="0"/>
              <a:cs typeface="Segoe UI" panose="020B050204020402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>
                <a:solidFill>
                  <a:srgbClr val="FFFFF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C3 (Fortemente conexo), em teoria, é a melhor classificação para uma rede de transporte, pois existe um caminho de um ponto A para um ponto B, e vice-versa.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>
                <a:solidFill>
                  <a:srgbClr val="FFFFF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Os passageiros, conseguiriam ir de um ponto a outro, ida e volta, sem problemas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276013F9-5DD4-564D-2337-73EE207F87A4}"/>
              </a:ext>
            </a:extLst>
          </p:cNvPr>
          <p:cNvSpPr txBox="1"/>
          <p:nvPr/>
        </p:nvSpPr>
        <p:spPr>
          <a:xfrm>
            <a:off x="6180993" y="3767940"/>
            <a:ext cx="5613155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2400" b="1" dirty="0">
                <a:solidFill>
                  <a:srgbClr val="FFD700"/>
                </a:solidFill>
                <a:latin typeface="Roboto" pitchFamily="2" charset="0"/>
                <a:ea typeface="Roboto" pitchFamily="2" charset="0"/>
                <a:cs typeface="Segoe UI" panose="020B0502040204020203" pitchFamily="34" charset="0"/>
              </a:rPr>
              <a:t>Grafo reduzido</a:t>
            </a:r>
          </a:p>
          <a:p>
            <a:pPr algn="ctr"/>
            <a:endParaRPr lang="pt-BR" b="1" dirty="0">
              <a:solidFill>
                <a:srgbClr val="FFD7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>
                <a:solidFill>
                  <a:srgbClr val="FFFFF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Sa rede de transporte tem falhas e pontos sem voltas “ilhas” ele apontaria para outras componentes (C2 -&gt;C3; C1 -&gt;C2,...) e teriam grafos reduzidos, mas como a rede é bidirecional, ela será uma C3.</a:t>
            </a:r>
          </a:p>
        </p:txBody>
      </p:sp>
    </p:spTree>
    <p:extLst>
      <p:ext uri="{BB962C8B-B14F-4D97-AF65-F5344CB8AC3E}">
        <p14:creationId xmlns:p14="http://schemas.microsoft.com/office/powerpoint/2010/main" val="25826656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237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28981CAB-4676-15CC-880F-1A8CB025CEB4}"/>
              </a:ext>
            </a:extLst>
          </p:cNvPr>
          <p:cNvSpPr txBox="1"/>
          <p:nvPr/>
        </p:nvSpPr>
        <p:spPr>
          <a:xfrm>
            <a:off x="6180993" y="1090719"/>
            <a:ext cx="5613156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b="1" dirty="0">
                <a:solidFill>
                  <a:srgbClr val="FFD700"/>
                </a:solidFill>
                <a:latin typeface="Roboto" pitchFamily="2" charset="0"/>
                <a:ea typeface="Roboto" pitchFamily="2" charset="0"/>
                <a:cs typeface="Segoe UI" panose="020B0502040204020203" pitchFamily="34" charset="0"/>
              </a:rPr>
              <a:t>Algum dos algoritmos</a:t>
            </a:r>
          </a:p>
          <a:p>
            <a:pPr algn="ctr"/>
            <a:endParaRPr lang="pt-BR" sz="2400" b="1" dirty="0">
              <a:solidFill>
                <a:srgbClr val="FFD700"/>
              </a:solidFill>
              <a:latin typeface="Roboto" pitchFamily="2" charset="0"/>
              <a:ea typeface="Roboto" pitchFamily="2" charset="0"/>
              <a:cs typeface="Segoe UI" panose="020B050204020402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 err="1">
                <a:solidFill>
                  <a:srgbClr val="FFFFF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Kosaraju</a:t>
            </a:r>
            <a:r>
              <a:rPr lang="pt-BR" dirty="0">
                <a:solidFill>
                  <a:srgbClr val="FFFFF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- para ver quais seriam as categorias de componentes do grafo.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>
                <a:solidFill>
                  <a:srgbClr val="FFFFF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Busca Recursiva em Profundidade – para, ao encontrar as componentes fortemente conexas, condensá-las na hora de gerar o Grafo reduzido do projeto.</a:t>
            </a:r>
            <a:endParaRPr lang="pt-BR" sz="2400" dirty="0">
              <a:solidFill>
                <a:srgbClr val="FFFFFF"/>
              </a:solidFill>
              <a:latin typeface="Segoe UI" panose="020B0502040204020203" pitchFamily="34" charset="0"/>
              <a:ea typeface="Roboto" pitchFamily="2" charset="0"/>
              <a:cs typeface="Segoe UI" panose="020B0502040204020203" pitchFamily="34" charset="0"/>
            </a:endParaRPr>
          </a:p>
          <a:p>
            <a:endParaRPr lang="pt-BR" sz="2400" dirty="0">
              <a:solidFill>
                <a:srgbClr val="FF0000"/>
              </a:solidFill>
              <a:latin typeface="Segoe UI" panose="020B0502040204020203" pitchFamily="34" charset="0"/>
              <a:ea typeface="Roboto" pitchFamily="2" charset="0"/>
              <a:cs typeface="Segoe UI" panose="020B0502040204020203" pitchFamily="34" charset="0"/>
            </a:endParaRP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E19CED77-F7AD-45D3-DD93-A3869CFC6D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5108" y="681752"/>
            <a:ext cx="4237087" cy="5494496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B5783658-A0B3-9D8D-EEAA-E4E313D82ADD}"/>
              </a:ext>
            </a:extLst>
          </p:cNvPr>
          <p:cNvSpPr txBox="1"/>
          <p:nvPr/>
        </p:nvSpPr>
        <p:spPr>
          <a:xfrm>
            <a:off x="6180994" y="4084695"/>
            <a:ext cx="5613156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2400" b="1" dirty="0">
                <a:solidFill>
                  <a:srgbClr val="FFD700"/>
                </a:solidFill>
                <a:latin typeface="Roboto" pitchFamily="2" charset="0"/>
                <a:ea typeface="Roboto" pitchFamily="2" charset="0"/>
                <a:cs typeface="Segoe UI" panose="020B0502040204020203" pitchFamily="34" charset="0"/>
              </a:rPr>
              <a:t>Bibliotecas</a:t>
            </a:r>
          </a:p>
          <a:p>
            <a:pPr algn="ctr"/>
            <a:endParaRPr lang="pt-BR" b="1" dirty="0">
              <a:solidFill>
                <a:srgbClr val="FFD7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 err="1">
                <a:solidFill>
                  <a:srgbClr val="FFFFF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Tkinter</a:t>
            </a:r>
            <a:r>
              <a:rPr lang="pt-BR" dirty="0">
                <a:solidFill>
                  <a:srgbClr val="FFFFF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– interface gráfica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 err="1">
                <a:solidFill>
                  <a:srgbClr val="FFFFF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Networkx</a:t>
            </a:r>
            <a:r>
              <a:rPr lang="pt-BR" dirty="0">
                <a:solidFill>
                  <a:srgbClr val="FFFFF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 e </a:t>
            </a:r>
            <a:r>
              <a:rPr lang="pt-BR" dirty="0" err="1">
                <a:solidFill>
                  <a:srgbClr val="FFFFF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matplotlib</a:t>
            </a:r>
            <a:r>
              <a:rPr lang="pt-BR" dirty="0">
                <a:solidFill>
                  <a:srgbClr val="FFFFF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– modelagem do grafo em 2D</a:t>
            </a:r>
          </a:p>
        </p:txBody>
      </p:sp>
    </p:spTree>
    <p:extLst>
      <p:ext uri="{BB962C8B-B14F-4D97-AF65-F5344CB8AC3E}">
        <p14:creationId xmlns:p14="http://schemas.microsoft.com/office/powerpoint/2010/main" val="14902751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Rectangle 22">
            <a:extLst>
              <a:ext uri="{FF2B5EF4-FFF2-40B4-BE49-F238E27FC236}">
                <a16:creationId xmlns:a16="http://schemas.microsoft.com/office/drawing/2014/main" id="{DA381740-063A-41A4-836D-85D14980EE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8200" y="4736883"/>
            <a:ext cx="4243589" cy="27432"/>
          </a:xfrm>
          <a:custGeom>
            <a:avLst/>
            <a:gdLst>
              <a:gd name="connsiteX0" fmla="*/ 0 w 4243589"/>
              <a:gd name="connsiteY0" fmla="*/ 0 h 27432"/>
              <a:gd name="connsiteX1" fmla="*/ 563791 w 4243589"/>
              <a:gd name="connsiteY1" fmla="*/ 0 h 27432"/>
              <a:gd name="connsiteX2" fmla="*/ 1042710 w 4243589"/>
              <a:gd name="connsiteY2" fmla="*/ 0 h 27432"/>
              <a:gd name="connsiteX3" fmla="*/ 1564066 w 4243589"/>
              <a:gd name="connsiteY3" fmla="*/ 0 h 27432"/>
              <a:gd name="connsiteX4" fmla="*/ 2212729 w 4243589"/>
              <a:gd name="connsiteY4" fmla="*/ 0 h 27432"/>
              <a:gd name="connsiteX5" fmla="*/ 2776520 w 4243589"/>
              <a:gd name="connsiteY5" fmla="*/ 0 h 27432"/>
              <a:gd name="connsiteX6" fmla="*/ 3297875 w 4243589"/>
              <a:gd name="connsiteY6" fmla="*/ 0 h 27432"/>
              <a:gd name="connsiteX7" fmla="*/ 4243589 w 4243589"/>
              <a:gd name="connsiteY7" fmla="*/ 0 h 27432"/>
              <a:gd name="connsiteX8" fmla="*/ 4243589 w 4243589"/>
              <a:gd name="connsiteY8" fmla="*/ 27432 h 27432"/>
              <a:gd name="connsiteX9" fmla="*/ 3637362 w 4243589"/>
              <a:gd name="connsiteY9" fmla="*/ 27432 h 27432"/>
              <a:gd name="connsiteX10" fmla="*/ 3116007 w 4243589"/>
              <a:gd name="connsiteY10" fmla="*/ 27432 h 27432"/>
              <a:gd name="connsiteX11" fmla="*/ 2424908 w 4243589"/>
              <a:gd name="connsiteY11" fmla="*/ 27432 h 27432"/>
              <a:gd name="connsiteX12" fmla="*/ 1861117 w 4243589"/>
              <a:gd name="connsiteY12" fmla="*/ 27432 h 27432"/>
              <a:gd name="connsiteX13" fmla="*/ 1382198 w 4243589"/>
              <a:gd name="connsiteY13" fmla="*/ 27432 h 27432"/>
              <a:gd name="connsiteX14" fmla="*/ 733535 w 4243589"/>
              <a:gd name="connsiteY14" fmla="*/ 27432 h 27432"/>
              <a:gd name="connsiteX15" fmla="*/ 0 w 4243589"/>
              <a:gd name="connsiteY15" fmla="*/ 27432 h 27432"/>
              <a:gd name="connsiteX16" fmla="*/ 0 w 4243589"/>
              <a:gd name="connsiteY16" fmla="*/ 0 h 27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43589" h="27432" fill="none" extrusionOk="0">
                <a:moveTo>
                  <a:pt x="0" y="0"/>
                </a:moveTo>
                <a:cubicBezTo>
                  <a:pt x="157351" y="-15653"/>
                  <a:pt x="378877" y="-5828"/>
                  <a:pt x="563791" y="0"/>
                </a:cubicBezTo>
                <a:cubicBezTo>
                  <a:pt x="748705" y="5828"/>
                  <a:pt x="905659" y="-5525"/>
                  <a:pt x="1042710" y="0"/>
                </a:cubicBezTo>
                <a:cubicBezTo>
                  <a:pt x="1179761" y="5525"/>
                  <a:pt x="1356845" y="-21288"/>
                  <a:pt x="1564066" y="0"/>
                </a:cubicBezTo>
                <a:cubicBezTo>
                  <a:pt x="1771287" y="21288"/>
                  <a:pt x="1912099" y="25135"/>
                  <a:pt x="2212729" y="0"/>
                </a:cubicBezTo>
                <a:cubicBezTo>
                  <a:pt x="2513359" y="-25135"/>
                  <a:pt x="2514918" y="-27119"/>
                  <a:pt x="2776520" y="0"/>
                </a:cubicBezTo>
                <a:cubicBezTo>
                  <a:pt x="3038122" y="27119"/>
                  <a:pt x="3178771" y="18116"/>
                  <a:pt x="3297875" y="0"/>
                </a:cubicBezTo>
                <a:cubicBezTo>
                  <a:pt x="3416980" y="-18116"/>
                  <a:pt x="4012240" y="-40869"/>
                  <a:pt x="4243589" y="0"/>
                </a:cubicBezTo>
                <a:cubicBezTo>
                  <a:pt x="4242616" y="8304"/>
                  <a:pt x="4243111" y="21512"/>
                  <a:pt x="4243589" y="27432"/>
                </a:cubicBezTo>
                <a:cubicBezTo>
                  <a:pt x="4112949" y="6289"/>
                  <a:pt x="3928037" y="10975"/>
                  <a:pt x="3637362" y="27432"/>
                </a:cubicBezTo>
                <a:cubicBezTo>
                  <a:pt x="3346687" y="43889"/>
                  <a:pt x="3254446" y="35813"/>
                  <a:pt x="3116007" y="27432"/>
                </a:cubicBezTo>
                <a:cubicBezTo>
                  <a:pt x="2977569" y="19051"/>
                  <a:pt x="2620228" y="38017"/>
                  <a:pt x="2424908" y="27432"/>
                </a:cubicBezTo>
                <a:cubicBezTo>
                  <a:pt x="2229588" y="16847"/>
                  <a:pt x="2088287" y="5290"/>
                  <a:pt x="1861117" y="27432"/>
                </a:cubicBezTo>
                <a:cubicBezTo>
                  <a:pt x="1633947" y="49574"/>
                  <a:pt x="1502447" y="8273"/>
                  <a:pt x="1382198" y="27432"/>
                </a:cubicBezTo>
                <a:cubicBezTo>
                  <a:pt x="1261949" y="46591"/>
                  <a:pt x="1045440" y="37497"/>
                  <a:pt x="733535" y="27432"/>
                </a:cubicBezTo>
                <a:cubicBezTo>
                  <a:pt x="421630" y="17367"/>
                  <a:pt x="341257" y="-9215"/>
                  <a:pt x="0" y="27432"/>
                </a:cubicBezTo>
                <a:cubicBezTo>
                  <a:pt x="-1048" y="14992"/>
                  <a:pt x="-1120" y="7447"/>
                  <a:pt x="0" y="0"/>
                </a:cubicBezTo>
                <a:close/>
              </a:path>
              <a:path w="4243589" h="27432" stroke="0" extrusionOk="0">
                <a:moveTo>
                  <a:pt x="0" y="0"/>
                </a:moveTo>
                <a:cubicBezTo>
                  <a:pt x="128164" y="17204"/>
                  <a:pt x="312653" y="1129"/>
                  <a:pt x="563791" y="0"/>
                </a:cubicBezTo>
                <a:cubicBezTo>
                  <a:pt x="814929" y="-1129"/>
                  <a:pt x="837271" y="8503"/>
                  <a:pt x="1042710" y="0"/>
                </a:cubicBezTo>
                <a:cubicBezTo>
                  <a:pt x="1248149" y="-8503"/>
                  <a:pt x="1588432" y="-28862"/>
                  <a:pt x="1733809" y="0"/>
                </a:cubicBezTo>
                <a:cubicBezTo>
                  <a:pt x="1879186" y="28862"/>
                  <a:pt x="2052815" y="5974"/>
                  <a:pt x="2297600" y="0"/>
                </a:cubicBezTo>
                <a:cubicBezTo>
                  <a:pt x="2542385" y="-5974"/>
                  <a:pt x="2699960" y="-23550"/>
                  <a:pt x="2861391" y="0"/>
                </a:cubicBezTo>
                <a:cubicBezTo>
                  <a:pt x="3022822" y="23550"/>
                  <a:pt x="3390411" y="25272"/>
                  <a:pt x="3552490" y="0"/>
                </a:cubicBezTo>
                <a:cubicBezTo>
                  <a:pt x="3714569" y="-25272"/>
                  <a:pt x="3950585" y="-31327"/>
                  <a:pt x="4243589" y="0"/>
                </a:cubicBezTo>
                <a:cubicBezTo>
                  <a:pt x="4244074" y="9333"/>
                  <a:pt x="4244867" y="19699"/>
                  <a:pt x="4243589" y="27432"/>
                </a:cubicBezTo>
                <a:cubicBezTo>
                  <a:pt x="4130424" y="7904"/>
                  <a:pt x="3932803" y="51393"/>
                  <a:pt x="3722234" y="27432"/>
                </a:cubicBezTo>
                <a:cubicBezTo>
                  <a:pt x="3511665" y="3471"/>
                  <a:pt x="3269903" y="55138"/>
                  <a:pt x="3116007" y="27432"/>
                </a:cubicBezTo>
                <a:cubicBezTo>
                  <a:pt x="2962111" y="-274"/>
                  <a:pt x="2744280" y="32368"/>
                  <a:pt x="2509780" y="27432"/>
                </a:cubicBezTo>
                <a:cubicBezTo>
                  <a:pt x="2275280" y="22496"/>
                  <a:pt x="2066059" y="52808"/>
                  <a:pt x="1945989" y="27432"/>
                </a:cubicBezTo>
                <a:cubicBezTo>
                  <a:pt x="1825919" y="2056"/>
                  <a:pt x="1407329" y="21760"/>
                  <a:pt x="1254890" y="27432"/>
                </a:cubicBezTo>
                <a:cubicBezTo>
                  <a:pt x="1102451" y="33104"/>
                  <a:pt x="837950" y="40817"/>
                  <a:pt x="563791" y="27432"/>
                </a:cubicBezTo>
                <a:cubicBezTo>
                  <a:pt x="289632" y="14047"/>
                  <a:pt x="132768" y="16249"/>
                  <a:pt x="0" y="27432"/>
                </a:cubicBezTo>
                <a:cubicBezTo>
                  <a:pt x="211" y="18145"/>
                  <a:pt x="120" y="6480"/>
                  <a:pt x="0" y="0"/>
                </a:cubicBezTo>
                <a:close/>
              </a:path>
            </a:pathLst>
          </a:custGeom>
          <a:solidFill>
            <a:schemeClr val="tx1"/>
          </a:solidFill>
          <a:ln w="38100" cap="rnd">
            <a:solidFill>
              <a:schemeClr val="tx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 useBgFill="1">
        <p:nvSpPr>
          <p:cNvPr id="65" name="Rectangle 24">
            <a:extLst>
              <a:ext uri="{FF2B5EF4-FFF2-40B4-BE49-F238E27FC236}">
                <a16:creationId xmlns:a16="http://schemas.microsoft.com/office/drawing/2014/main" id="{AD35AE2F-5E3A-49D9-8DE1-8A333BA408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8" name="Imagem 17">
            <a:extLst>
              <a:ext uri="{FF2B5EF4-FFF2-40B4-BE49-F238E27FC236}">
                <a16:creationId xmlns:a16="http://schemas.microsoft.com/office/drawing/2014/main" id="{D14FA114-4BD2-2DFB-5481-8EF20AA8C510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</a:blip>
          <a:srcRect r="25"/>
          <a:stretch>
            <a:fillRect/>
          </a:stretch>
        </p:blipFill>
        <p:spPr>
          <a:xfrm>
            <a:off x="20" y="10"/>
            <a:ext cx="12188931" cy="6857990"/>
          </a:xfrm>
          <a:prstGeom prst="rect">
            <a:avLst/>
          </a:prstGeom>
        </p:spPr>
      </p:pic>
      <p:sp>
        <p:nvSpPr>
          <p:cNvPr id="6" name="Título 1">
            <a:extLst>
              <a:ext uri="{FF2B5EF4-FFF2-40B4-BE49-F238E27FC236}">
                <a16:creationId xmlns:a16="http://schemas.microsoft.com/office/drawing/2014/main" id="{6439B8E5-AEA8-4186-313B-95E4DC6109DD}"/>
              </a:ext>
            </a:extLst>
          </p:cNvPr>
          <p:cNvSpPr txBox="1">
            <a:spLocks/>
          </p:cNvSpPr>
          <p:nvPr/>
        </p:nvSpPr>
        <p:spPr>
          <a:xfrm>
            <a:off x="1524000" y="1122363"/>
            <a:ext cx="9144000" cy="306324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spcAft>
                <a:spcPts val="600"/>
              </a:spcAft>
            </a:pPr>
            <a:r>
              <a:rPr lang="en-US" sz="9600" b="1" dirty="0" err="1"/>
              <a:t>Obrigado</a:t>
            </a:r>
            <a:r>
              <a:rPr lang="en-US" sz="9600" b="1" dirty="0"/>
              <a:t>!</a:t>
            </a:r>
          </a:p>
        </p:txBody>
      </p:sp>
      <p:sp>
        <p:nvSpPr>
          <p:cNvPr id="66" name="Rectangle 6">
            <a:extLst>
              <a:ext uri="{FF2B5EF4-FFF2-40B4-BE49-F238E27FC236}">
                <a16:creationId xmlns:a16="http://schemas.microsoft.com/office/drawing/2014/main" id="{04D8AD8F-EF7F-481F-B99A-B851389705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74206" y="4419423"/>
            <a:ext cx="4243589" cy="27432"/>
          </a:xfrm>
          <a:custGeom>
            <a:avLst/>
            <a:gdLst>
              <a:gd name="connsiteX0" fmla="*/ 0 w 4243589"/>
              <a:gd name="connsiteY0" fmla="*/ 0 h 27432"/>
              <a:gd name="connsiteX1" fmla="*/ 563791 w 4243589"/>
              <a:gd name="connsiteY1" fmla="*/ 0 h 27432"/>
              <a:gd name="connsiteX2" fmla="*/ 1042710 w 4243589"/>
              <a:gd name="connsiteY2" fmla="*/ 0 h 27432"/>
              <a:gd name="connsiteX3" fmla="*/ 1564066 w 4243589"/>
              <a:gd name="connsiteY3" fmla="*/ 0 h 27432"/>
              <a:gd name="connsiteX4" fmla="*/ 2212729 w 4243589"/>
              <a:gd name="connsiteY4" fmla="*/ 0 h 27432"/>
              <a:gd name="connsiteX5" fmla="*/ 2776520 w 4243589"/>
              <a:gd name="connsiteY5" fmla="*/ 0 h 27432"/>
              <a:gd name="connsiteX6" fmla="*/ 3297875 w 4243589"/>
              <a:gd name="connsiteY6" fmla="*/ 0 h 27432"/>
              <a:gd name="connsiteX7" fmla="*/ 4243589 w 4243589"/>
              <a:gd name="connsiteY7" fmla="*/ 0 h 27432"/>
              <a:gd name="connsiteX8" fmla="*/ 4243589 w 4243589"/>
              <a:gd name="connsiteY8" fmla="*/ 27432 h 27432"/>
              <a:gd name="connsiteX9" fmla="*/ 3637362 w 4243589"/>
              <a:gd name="connsiteY9" fmla="*/ 27432 h 27432"/>
              <a:gd name="connsiteX10" fmla="*/ 3116007 w 4243589"/>
              <a:gd name="connsiteY10" fmla="*/ 27432 h 27432"/>
              <a:gd name="connsiteX11" fmla="*/ 2424908 w 4243589"/>
              <a:gd name="connsiteY11" fmla="*/ 27432 h 27432"/>
              <a:gd name="connsiteX12" fmla="*/ 1861117 w 4243589"/>
              <a:gd name="connsiteY12" fmla="*/ 27432 h 27432"/>
              <a:gd name="connsiteX13" fmla="*/ 1382198 w 4243589"/>
              <a:gd name="connsiteY13" fmla="*/ 27432 h 27432"/>
              <a:gd name="connsiteX14" fmla="*/ 733535 w 4243589"/>
              <a:gd name="connsiteY14" fmla="*/ 27432 h 27432"/>
              <a:gd name="connsiteX15" fmla="*/ 0 w 4243589"/>
              <a:gd name="connsiteY15" fmla="*/ 27432 h 27432"/>
              <a:gd name="connsiteX16" fmla="*/ 0 w 4243589"/>
              <a:gd name="connsiteY16" fmla="*/ 0 h 27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43589" h="27432" fill="none" extrusionOk="0">
                <a:moveTo>
                  <a:pt x="0" y="0"/>
                </a:moveTo>
                <a:cubicBezTo>
                  <a:pt x="157351" y="-15653"/>
                  <a:pt x="378877" y="-5828"/>
                  <a:pt x="563791" y="0"/>
                </a:cubicBezTo>
                <a:cubicBezTo>
                  <a:pt x="748705" y="5828"/>
                  <a:pt x="905659" y="-5525"/>
                  <a:pt x="1042710" y="0"/>
                </a:cubicBezTo>
                <a:cubicBezTo>
                  <a:pt x="1179761" y="5525"/>
                  <a:pt x="1356845" y="-21288"/>
                  <a:pt x="1564066" y="0"/>
                </a:cubicBezTo>
                <a:cubicBezTo>
                  <a:pt x="1771287" y="21288"/>
                  <a:pt x="1912099" y="25135"/>
                  <a:pt x="2212729" y="0"/>
                </a:cubicBezTo>
                <a:cubicBezTo>
                  <a:pt x="2513359" y="-25135"/>
                  <a:pt x="2514918" y="-27119"/>
                  <a:pt x="2776520" y="0"/>
                </a:cubicBezTo>
                <a:cubicBezTo>
                  <a:pt x="3038122" y="27119"/>
                  <a:pt x="3178771" y="18116"/>
                  <a:pt x="3297875" y="0"/>
                </a:cubicBezTo>
                <a:cubicBezTo>
                  <a:pt x="3416980" y="-18116"/>
                  <a:pt x="4012240" y="-40869"/>
                  <a:pt x="4243589" y="0"/>
                </a:cubicBezTo>
                <a:cubicBezTo>
                  <a:pt x="4242616" y="8304"/>
                  <a:pt x="4243111" y="21512"/>
                  <a:pt x="4243589" y="27432"/>
                </a:cubicBezTo>
                <a:cubicBezTo>
                  <a:pt x="4112949" y="6289"/>
                  <a:pt x="3928037" y="10975"/>
                  <a:pt x="3637362" y="27432"/>
                </a:cubicBezTo>
                <a:cubicBezTo>
                  <a:pt x="3346687" y="43889"/>
                  <a:pt x="3254446" y="35813"/>
                  <a:pt x="3116007" y="27432"/>
                </a:cubicBezTo>
                <a:cubicBezTo>
                  <a:pt x="2977569" y="19051"/>
                  <a:pt x="2620228" y="38017"/>
                  <a:pt x="2424908" y="27432"/>
                </a:cubicBezTo>
                <a:cubicBezTo>
                  <a:pt x="2229588" y="16847"/>
                  <a:pt x="2088287" y="5290"/>
                  <a:pt x="1861117" y="27432"/>
                </a:cubicBezTo>
                <a:cubicBezTo>
                  <a:pt x="1633947" y="49574"/>
                  <a:pt x="1502447" y="8273"/>
                  <a:pt x="1382198" y="27432"/>
                </a:cubicBezTo>
                <a:cubicBezTo>
                  <a:pt x="1261949" y="46591"/>
                  <a:pt x="1045440" y="37497"/>
                  <a:pt x="733535" y="27432"/>
                </a:cubicBezTo>
                <a:cubicBezTo>
                  <a:pt x="421630" y="17367"/>
                  <a:pt x="341257" y="-9215"/>
                  <a:pt x="0" y="27432"/>
                </a:cubicBezTo>
                <a:cubicBezTo>
                  <a:pt x="-1048" y="14992"/>
                  <a:pt x="-1120" y="7447"/>
                  <a:pt x="0" y="0"/>
                </a:cubicBezTo>
                <a:close/>
              </a:path>
              <a:path w="4243589" h="27432" stroke="0" extrusionOk="0">
                <a:moveTo>
                  <a:pt x="0" y="0"/>
                </a:moveTo>
                <a:cubicBezTo>
                  <a:pt x="128164" y="17204"/>
                  <a:pt x="312653" y="1129"/>
                  <a:pt x="563791" y="0"/>
                </a:cubicBezTo>
                <a:cubicBezTo>
                  <a:pt x="814929" y="-1129"/>
                  <a:pt x="837271" y="8503"/>
                  <a:pt x="1042710" y="0"/>
                </a:cubicBezTo>
                <a:cubicBezTo>
                  <a:pt x="1248149" y="-8503"/>
                  <a:pt x="1588432" y="-28862"/>
                  <a:pt x="1733809" y="0"/>
                </a:cubicBezTo>
                <a:cubicBezTo>
                  <a:pt x="1879186" y="28862"/>
                  <a:pt x="2052815" y="5974"/>
                  <a:pt x="2297600" y="0"/>
                </a:cubicBezTo>
                <a:cubicBezTo>
                  <a:pt x="2542385" y="-5974"/>
                  <a:pt x="2699960" y="-23550"/>
                  <a:pt x="2861391" y="0"/>
                </a:cubicBezTo>
                <a:cubicBezTo>
                  <a:pt x="3022822" y="23550"/>
                  <a:pt x="3390411" y="25272"/>
                  <a:pt x="3552490" y="0"/>
                </a:cubicBezTo>
                <a:cubicBezTo>
                  <a:pt x="3714569" y="-25272"/>
                  <a:pt x="3950585" y="-31327"/>
                  <a:pt x="4243589" y="0"/>
                </a:cubicBezTo>
                <a:cubicBezTo>
                  <a:pt x="4244074" y="9333"/>
                  <a:pt x="4244867" y="19699"/>
                  <a:pt x="4243589" y="27432"/>
                </a:cubicBezTo>
                <a:cubicBezTo>
                  <a:pt x="4130424" y="7904"/>
                  <a:pt x="3932803" y="51393"/>
                  <a:pt x="3722234" y="27432"/>
                </a:cubicBezTo>
                <a:cubicBezTo>
                  <a:pt x="3511665" y="3471"/>
                  <a:pt x="3269903" y="55138"/>
                  <a:pt x="3116007" y="27432"/>
                </a:cubicBezTo>
                <a:cubicBezTo>
                  <a:pt x="2962111" y="-274"/>
                  <a:pt x="2744280" y="32368"/>
                  <a:pt x="2509780" y="27432"/>
                </a:cubicBezTo>
                <a:cubicBezTo>
                  <a:pt x="2275280" y="22496"/>
                  <a:pt x="2066059" y="52808"/>
                  <a:pt x="1945989" y="27432"/>
                </a:cubicBezTo>
                <a:cubicBezTo>
                  <a:pt x="1825919" y="2056"/>
                  <a:pt x="1407329" y="21760"/>
                  <a:pt x="1254890" y="27432"/>
                </a:cubicBezTo>
                <a:cubicBezTo>
                  <a:pt x="1102451" y="33104"/>
                  <a:pt x="837950" y="40817"/>
                  <a:pt x="563791" y="27432"/>
                </a:cubicBezTo>
                <a:cubicBezTo>
                  <a:pt x="289632" y="14047"/>
                  <a:pt x="132768" y="16249"/>
                  <a:pt x="0" y="27432"/>
                </a:cubicBezTo>
                <a:cubicBezTo>
                  <a:pt x="211" y="18145"/>
                  <a:pt x="120" y="6480"/>
                  <a:pt x="0" y="0"/>
                </a:cubicBezTo>
                <a:close/>
              </a:path>
            </a:pathLst>
          </a:custGeom>
          <a:solidFill>
            <a:schemeClr val="tx1"/>
          </a:solidFill>
          <a:ln w="38100" cap="rnd">
            <a:solidFill>
              <a:schemeClr val="tx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Rectangle 6">
            <a:extLst>
              <a:ext uri="{FF2B5EF4-FFF2-40B4-BE49-F238E27FC236}">
                <a16:creationId xmlns:a16="http://schemas.microsoft.com/office/drawing/2014/main" id="{79EB4626-023C-436D-9F57-9EB4608090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838200" y="720953"/>
            <a:ext cx="10515600" cy="5416094"/>
          </a:xfrm>
          <a:custGeom>
            <a:avLst/>
            <a:gdLst>
              <a:gd name="connsiteX0" fmla="*/ 0 w 10515600"/>
              <a:gd name="connsiteY0" fmla="*/ 902700 h 5416094"/>
              <a:gd name="connsiteX1" fmla="*/ 902700 w 10515600"/>
              <a:gd name="connsiteY1" fmla="*/ 0 h 5416094"/>
              <a:gd name="connsiteX2" fmla="*/ 1746919 w 10515600"/>
              <a:gd name="connsiteY2" fmla="*/ 0 h 5416094"/>
              <a:gd name="connsiteX3" fmla="*/ 2329833 w 10515600"/>
              <a:gd name="connsiteY3" fmla="*/ 0 h 5416094"/>
              <a:gd name="connsiteX4" fmla="*/ 2825644 w 10515600"/>
              <a:gd name="connsiteY4" fmla="*/ 0 h 5416094"/>
              <a:gd name="connsiteX5" fmla="*/ 3582762 w 10515600"/>
              <a:gd name="connsiteY5" fmla="*/ 0 h 5416094"/>
              <a:gd name="connsiteX6" fmla="*/ 4165675 w 10515600"/>
              <a:gd name="connsiteY6" fmla="*/ 0 h 5416094"/>
              <a:gd name="connsiteX7" fmla="*/ 5009894 w 10515600"/>
              <a:gd name="connsiteY7" fmla="*/ 0 h 5416094"/>
              <a:gd name="connsiteX8" fmla="*/ 5505706 w 10515600"/>
              <a:gd name="connsiteY8" fmla="*/ 0 h 5416094"/>
              <a:gd name="connsiteX9" fmla="*/ 6349925 w 10515600"/>
              <a:gd name="connsiteY9" fmla="*/ 0 h 5416094"/>
              <a:gd name="connsiteX10" fmla="*/ 6758634 w 10515600"/>
              <a:gd name="connsiteY10" fmla="*/ 0 h 5416094"/>
              <a:gd name="connsiteX11" fmla="*/ 7428650 w 10515600"/>
              <a:gd name="connsiteY11" fmla="*/ 0 h 5416094"/>
              <a:gd name="connsiteX12" fmla="*/ 8098665 w 10515600"/>
              <a:gd name="connsiteY12" fmla="*/ 0 h 5416094"/>
              <a:gd name="connsiteX13" fmla="*/ 8681579 w 10515600"/>
              <a:gd name="connsiteY13" fmla="*/ 0 h 5416094"/>
              <a:gd name="connsiteX14" fmla="*/ 9612900 w 10515600"/>
              <a:gd name="connsiteY14" fmla="*/ 0 h 5416094"/>
              <a:gd name="connsiteX15" fmla="*/ 10515600 w 10515600"/>
              <a:gd name="connsiteY15" fmla="*/ 902700 h 5416094"/>
              <a:gd name="connsiteX16" fmla="*/ 10515600 w 10515600"/>
              <a:gd name="connsiteY16" fmla="*/ 1504482 h 5416094"/>
              <a:gd name="connsiteX17" fmla="*/ 10515600 w 10515600"/>
              <a:gd name="connsiteY17" fmla="*/ 2178479 h 5416094"/>
              <a:gd name="connsiteX18" fmla="*/ 10515600 w 10515600"/>
              <a:gd name="connsiteY18" fmla="*/ 2780261 h 5416094"/>
              <a:gd name="connsiteX19" fmla="*/ 10515600 w 10515600"/>
              <a:gd name="connsiteY19" fmla="*/ 3273722 h 5416094"/>
              <a:gd name="connsiteX20" fmla="*/ 10515600 w 10515600"/>
              <a:gd name="connsiteY20" fmla="*/ 3803291 h 5416094"/>
              <a:gd name="connsiteX21" fmla="*/ 10515600 w 10515600"/>
              <a:gd name="connsiteY21" fmla="*/ 4513394 h 5416094"/>
              <a:gd name="connsiteX22" fmla="*/ 9612900 w 10515600"/>
              <a:gd name="connsiteY22" fmla="*/ 5416094 h 5416094"/>
              <a:gd name="connsiteX23" fmla="*/ 9117089 w 10515600"/>
              <a:gd name="connsiteY23" fmla="*/ 5416094 h 5416094"/>
              <a:gd name="connsiteX24" fmla="*/ 8708379 w 10515600"/>
              <a:gd name="connsiteY24" fmla="*/ 5416094 h 5416094"/>
              <a:gd name="connsiteX25" fmla="*/ 8299670 w 10515600"/>
              <a:gd name="connsiteY25" fmla="*/ 5416094 h 5416094"/>
              <a:gd name="connsiteX26" fmla="*/ 7629654 w 10515600"/>
              <a:gd name="connsiteY26" fmla="*/ 5416094 h 5416094"/>
              <a:gd name="connsiteX27" fmla="*/ 7133843 w 10515600"/>
              <a:gd name="connsiteY27" fmla="*/ 5416094 h 5416094"/>
              <a:gd name="connsiteX28" fmla="*/ 6376726 w 10515600"/>
              <a:gd name="connsiteY28" fmla="*/ 5416094 h 5416094"/>
              <a:gd name="connsiteX29" fmla="*/ 5880914 w 10515600"/>
              <a:gd name="connsiteY29" fmla="*/ 5416094 h 5416094"/>
              <a:gd name="connsiteX30" fmla="*/ 5123797 w 10515600"/>
              <a:gd name="connsiteY30" fmla="*/ 5416094 h 5416094"/>
              <a:gd name="connsiteX31" fmla="*/ 4715088 w 10515600"/>
              <a:gd name="connsiteY31" fmla="*/ 5416094 h 5416094"/>
              <a:gd name="connsiteX32" fmla="*/ 3957970 w 10515600"/>
              <a:gd name="connsiteY32" fmla="*/ 5416094 h 5416094"/>
              <a:gd name="connsiteX33" fmla="*/ 3462159 w 10515600"/>
              <a:gd name="connsiteY33" fmla="*/ 5416094 h 5416094"/>
              <a:gd name="connsiteX34" fmla="*/ 3053449 w 10515600"/>
              <a:gd name="connsiteY34" fmla="*/ 5416094 h 5416094"/>
              <a:gd name="connsiteX35" fmla="*/ 2557638 w 10515600"/>
              <a:gd name="connsiteY35" fmla="*/ 5416094 h 5416094"/>
              <a:gd name="connsiteX36" fmla="*/ 1800521 w 10515600"/>
              <a:gd name="connsiteY36" fmla="*/ 5416094 h 5416094"/>
              <a:gd name="connsiteX37" fmla="*/ 902700 w 10515600"/>
              <a:gd name="connsiteY37" fmla="*/ 5416094 h 5416094"/>
              <a:gd name="connsiteX38" fmla="*/ 0 w 10515600"/>
              <a:gd name="connsiteY38" fmla="*/ 4513394 h 5416094"/>
              <a:gd name="connsiteX39" fmla="*/ 0 w 10515600"/>
              <a:gd name="connsiteY39" fmla="*/ 3911612 h 5416094"/>
              <a:gd name="connsiteX40" fmla="*/ 0 w 10515600"/>
              <a:gd name="connsiteY40" fmla="*/ 3309829 h 5416094"/>
              <a:gd name="connsiteX41" fmla="*/ 0 w 10515600"/>
              <a:gd name="connsiteY41" fmla="*/ 2780261 h 5416094"/>
              <a:gd name="connsiteX42" fmla="*/ 0 w 10515600"/>
              <a:gd name="connsiteY42" fmla="*/ 2106265 h 5416094"/>
              <a:gd name="connsiteX43" fmla="*/ 0 w 10515600"/>
              <a:gd name="connsiteY43" fmla="*/ 1504482 h 5416094"/>
              <a:gd name="connsiteX44" fmla="*/ 0 w 10515600"/>
              <a:gd name="connsiteY44" fmla="*/ 902700 h 54160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</a:cxnLst>
            <a:rect l="l" t="t" r="r" b="b"/>
            <a:pathLst>
              <a:path w="10515600" h="5416094" extrusionOk="0">
                <a:moveTo>
                  <a:pt x="0" y="902700"/>
                </a:moveTo>
                <a:cubicBezTo>
                  <a:pt x="-57306" y="368805"/>
                  <a:pt x="305054" y="37193"/>
                  <a:pt x="902700" y="0"/>
                </a:cubicBezTo>
                <a:cubicBezTo>
                  <a:pt x="1280419" y="-35006"/>
                  <a:pt x="1407743" y="-35339"/>
                  <a:pt x="1746919" y="0"/>
                </a:cubicBezTo>
                <a:cubicBezTo>
                  <a:pt x="2086095" y="35339"/>
                  <a:pt x="2146539" y="-12333"/>
                  <a:pt x="2329833" y="0"/>
                </a:cubicBezTo>
                <a:cubicBezTo>
                  <a:pt x="2513127" y="12333"/>
                  <a:pt x="2706706" y="12952"/>
                  <a:pt x="2825644" y="0"/>
                </a:cubicBezTo>
                <a:cubicBezTo>
                  <a:pt x="2944582" y="-12952"/>
                  <a:pt x="3420817" y="-27100"/>
                  <a:pt x="3582762" y="0"/>
                </a:cubicBezTo>
                <a:cubicBezTo>
                  <a:pt x="3744707" y="27100"/>
                  <a:pt x="4023584" y="-9167"/>
                  <a:pt x="4165675" y="0"/>
                </a:cubicBezTo>
                <a:cubicBezTo>
                  <a:pt x="4307766" y="9167"/>
                  <a:pt x="4770188" y="27031"/>
                  <a:pt x="5009894" y="0"/>
                </a:cubicBezTo>
                <a:cubicBezTo>
                  <a:pt x="5249600" y="-27031"/>
                  <a:pt x="5349881" y="-194"/>
                  <a:pt x="5505706" y="0"/>
                </a:cubicBezTo>
                <a:cubicBezTo>
                  <a:pt x="5661531" y="194"/>
                  <a:pt x="6129254" y="-29363"/>
                  <a:pt x="6349925" y="0"/>
                </a:cubicBezTo>
                <a:cubicBezTo>
                  <a:pt x="6570596" y="29363"/>
                  <a:pt x="6581199" y="-14617"/>
                  <a:pt x="6758634" y="0"/>
                </a:cubicBezTo>
                <a:cubicBezTo>
                  <a:pt x="6936069" y="14617"/>
                  <a:pt x="7246491" y="25675"/>
                  <a:pt x="7428650" y="0"/>
                </a:cubicBezTo>
                <a:cubicBezTo>
                  <a:pt x="7610809" y="-25675"/>
                  <a:pt x="7825190" y="-17078"/>
                  <a:pt x="8098665" y="0"/>
                </a:cubicBezTo>
                <a:cubicBezTo>
                  <a:pt x="8372141" y="17078"/>
                  <a:pt x="8559625" y="-21568"/>
                  <a:pt x="8681579" y="0"/>
                </a:cubicBezTo>
                <a:cubicBezTo>
                  <a:pt x="8803533" y="21568"/>
                  <a:pt x="9307226" y="-46066"/>
                  <a:pt x="9612900" y="0"/>
                </a:cubicBezTo>
                <a:cubicBezTo>
                  <a:pt x="10119954" y="-10560"/>
                  <a:pt x="10418674" y="366684"/>
                  <a:pt x="10515600" y="902700"/>
                </a:cubicBezTo>
                <a:cubicBezTo>
                  <a:pt x="10494548" y="1140809"/>
                  <a:pt x="10524881" y="1252168"/>
                  <a:pt x="10515600" y="1504482"/>
                </a:cubicBezTo>
                <a:cubicBezTo>
                  <a:pt x="10506319" y="1756796"/>
                  <a:pt x="10494309" y="1995078"/>
                  <a:pt x="10515600" y="2178479"/>
                </a:cubicBezTo>
                <a:cubicBezTo>
                  <a:pt x="10536891" y="2361880"/>
                  <a:pt x="10522845" y="2487483"/>
                  <a:pt x="10515600" y="2780261"/>
                </a:cubicBezTo>
                <a:cubicBezTo>
                  <a:pt x="10508355" y="3073039"/>
                  <a:pt x="10533694" y="3138252"/>
                  <a:pt x="10515600" y="3273722"/>
                </a:cubicBezTo>
                <a:cubicBezTo>
                  <a:pt x="10497506" y="3409192"/>
                  <a:pt x="10514952" y="3569910"/>
                  <a:pt x="10515600" y="3803291"/>
                </a:cubicBezTo>
                <a:cubicBezTo>
                  <a:pt x="10516248" y="4036672"/>
                  <a:pt x="10499126" y="4317688"/>
                  <a:pt x="10515600" y="4513394"/>
                </a:cubicBezTo>
                <a:cubicBezTo>
                  <a:pt x="10585499" y="4997151"/>
                  <a:pt x="10115437" y="5453981"/>
                  <a:pt x="9612900" y="5416094"/>
                </a:cubicBezTo>
                <a:cubicBezTo>
                  <a:pt x="9473271" y="5418358"/>
                  <a:pt x="9316384" y="5423764"/>
                  <a:pt x="9117089" y="5416094"/>
                </a:cubicBezTo>
                <a:cubicBezTo>
                  <a:pt x="8917794" y="5408424"/>
                  <a:pt x="8902141" y="5433256"/>
                  <a:pt x="8708379" y="5416094"/>
                </a:cubicBezTo>
                <a:cubicBezTo>
                  <a:pt x="8514617" y="5398933"/>
                  <a:pt x="8454700" y="5422387"/>
                  <a:pt x="8299670" y="5416094"/>
                </a:cubicBezTo>
                <a:cubicBezTo>
                  <a:pt x="8144640" y="5409801"/>
                  <a:pt x="7907022" y="5398388"/>
                  <a:pt x="7629654" y="5416094"/>
                </a:cubicBezTo>
                <a:cubicBezTo>
                  <a:pt x="7352286" y="5433800"/>
                  <a:pt x="7244777" y="5409877"/>
                  <a:pt x="7133843" y="5416094"/>
                </a:cubicBezTo>
                <a:cubicBezTo>
                  <a:pt x="7022909" y="5422311"/>
                  <a:pt x="6748865" y="5379753"/>
                  <a:pt x="6376726" y="5416094"/>
                </a:cubicBezTo>
                <a:cubicBezTo>
                  <a:pt x="6004587" y="5452435"/>
                  <a:pt x="5991442" y="5438860"/>
                  <a:pt x="5880914" y="5416094"/>
                </a:cubicBezTo>
                <a:cubicBezTo>
                  <a:pt x="5770386" y="5393328"/>
                  <a:pt x="5294303" y="5440618"/>
                  <a:pt x="5123797" y="5416094"/>
                </a:cubicBezTo>
                <a:cubicBezTo>
                  <a:pt x="4953291" y="5391570"/>
                  <a:pt x="4828705" y="5430421"/>
                  <a:pt x="4715088" y="5416094"/>
                </a:cubicBezTo>
                <a:cubicBezTo>
                  <a:pt x="4601471" y="5401767"/>
                  <a:pt x="4227806" y="5381491"/>
                  <a:pt x="3957970" y="5416094"/>
                </a:cubicBezTo>
                <a:cubicBezTo>
                  <a:pt x="3688134" y="5450697"/>
                  <a:pt x="3670638" y="5425309"/>
                  <a:pt x="3462159" y="5416094"/>
                </a:cubicBezTo>
                <a:cubicBezTo>
                  <a:pt x="3253680" y="5406879"/>
                  <a:pt x="3167443" y="5432031"/>
                  <a:pt x="3053449" y="5416094"/>
                </a:cubicBezTo>
                <a:cubicBezTo>
                  <a:pt x="2939455" y="5400158"/>
                  <a:pt x="2701485" y="5433995"/>
                  <a:pt x="2557638" y="5416094"/>
                </a:cubicBezTo>
                <a:cubicBezTo>
                  <a:pt x="2413791" y="5398193"/>
                  <a:pt x="2168647" y="5424510"/>
                  <a:pt x="1800521" y="5416094"/>
                </a:cubicBezTo>
                <a:cubicBezTo>
                  <a:pt x="1432395" y="5407678"/>
                  <a:pt x="1261364" y="5454497"/>
                  <a:pt x="902700" y="5416094"/>
                </a:cubicBezTo>
                <a:cubicBezTo>
                  <a:pt x="519468" y="5419760"/>
                  <a:pt x="63003" y="5077223"/>
                  <a:pt x="0" y="4513394"/>
                </a:cubicBezTo>
                <a:cubicBezTo>
                  <a:pt x="-20265" y="4243495"/>
                  <a:pt x="27650" y="4053844"/>
                  <a:pt x="0" y="3911612"/>
                </a:cubicBezTo>
                <a:cubicBezTo>
                  <a:pt x="-27650" y="3769380"/>
                  <a:pt x="24988" y="3469350"/>
                  <a:pt x="0" y="3309829"/>
                </a:cubicBezTo>
                <a:cubicBezTo>
                  <a:pt x="-24988" y="3150308"/>
                  <a:pt x="-16973" y="2933511"/>
                  <a:pt x="0" y="2780261"/>
                </a:cubicBezTo>
                <a:cubicBezTo>
                  <a:pt x="16973" y="2627011"/>
                  <a:pt x="-11552" y="2315258"/>
                  <a:pt x="0" y="2106265"/>
                </a:cubicBezTo>
                <a:cubicBezTo>
                  <a:pt x="11552" y="1897272"/>
                  <a:pt x="-9167" y="1726905"/>
                  <a:pt x="0" y="1504482"/>
                </a:cubicBezTo>
                <a:cubicBezTo>
                  <a:pt x="9167" y="1282059"/>
                  <a:pt x="10972" y="1160784"/>
                  <a:pt x="0" y="902700"/>
                </a:cubicBezTo>
                <a:close/>
              </a:path>
            </a:pathLst>
          </a:custGeom>
          <a:noFill/>
          <a:ln w="60325" cap="rnd">
            <a:solidFill>
              <a:schemeClr val="tx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ound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256068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theme/theme1.xml><?xml version="1.0" encoding="utf-8"?>
<a:theme xmlns:a="http://schemas.openxmlformats.org/drawingml/2006/main" name="SketchyVTI">
  <a:themeElements>
    <a:clrScheme name="SketchyVTI">
      <a:dk1>
        <a:sysClr val="windowText" lastClr="000000"/>
      </a:dk1>
      <a:lt1>
        <a:sysClr val="window" lastClr="FFFFFF"/>
      </a:lt1>
      <a:dk2>
        <a:srgbClr val="39302A"/>
      </a:dk2>
      <a:lt2>
        <a:srgbClr val="E5DEDB"/>
      </a:lt2>
      <a:accent1>
        <a:srgbClr val="E4650E"/>
      </a:accent1>
      <a:accent2>
        <a:srgbClr val="00A5AB"/>
      </a:accent2>
      <a:accent3>
        <a:srgbClr val="09963B"/>
      </a:accent3>
      <a:accent4>
        <a:srgbClr val="E64823"/>
      </a:accent4>
      <a:accent5>
        <a:srgbClr val="9C6A6A"/>
      </a:accent5>
      <a:accent6>
        <a:srgbClr val="824F8C"/>
      </a:accent6>
      <a:hlink>
        <a:srgbClr val="2998E3"/>
      </a:hlink>
      <a:folHlink>
        <a:srgbClr val="7F723D"/>
      </a:folHlink>
    </a:clrScheme>
    <a:fontScheme name="Custom 2">
      <a:majorFont>
        <a:latin typeface="Modern Love"/>
        <a:ea typeface=""/>
        <a:cs typeface=""/>
      </a:majorFont>
      <a:minorFont>
        <a:latin typeface="The Hand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ketchyVTI" id="{A6D2C935-A6E4-4DD9-BCC5-5AE2504DB8EA}" vid="{F0754072-50B6-4C01-B911-67246C9F58D2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223</TotalTime>
  <Words>466</Words>
  <Application>Microsoft Office PowerPoint</Application>
  <PresentationFormat>Widescreen</PresentationFormat>
  <Paragraphs>54</Paragraphs>
  <Slides>8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8</vt:i4>
      </vt:variant>
    </vt:vector>
  </HeadingPairs>
  <TitlesOfParts>
    <vt:vector size="14" baseType="lpstr">
      <vt:lpstr>Arial</vt:lpstr>
      <vt:lpstr>Modern Love</vt:lpstr>
      <vt:lpstr>Roboto</vt:lpstr>
      <vt:lpstr>Segoe UI</vt:lpstr>
      <vt:lpstr>The Hand</vt:lpstr>
      <vt:lpstr>SketchyVTI</vt:lpstr>
      <vt:lpstr>Mapeador de rotas de ônibus acessíveis em SP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sd</dc:title>
  <dc:creator>David Mendes Saldanha de Miranda</dc:creator>
  <cp:lastModifiedBy>David Mendes Saldanha de Miranda</cp:lastModifiedBy>
  <cp:revision>1</cp:revision>
  <dcterms:created xsi:type="dcterms:W3CDTF">2026-10-01T02:29:57Z</dcterms:created>
  <dcterms:modified xsi:type="dcterms:W3CDTF">2026-10-01T06:15:50Z</dcterms:modified>
</cp:coreProperties>
</file>